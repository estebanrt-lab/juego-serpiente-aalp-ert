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2"/>
  </p:notesMasterIdLst>
  <p:sldIdLst>
    <p:sldId id="256" r:id="rId2"/>
    <p:sldId id="258" r:id="rId3"/>
    <p:sldId id="259" r:id="rId4"/>
    <p:sldId id="281" r:id="rId5"/>
    <p:sldId id="282" r:id="rId6"/>
    <p:sldId id="266" r:id="rId7"/>
    <p:sldId id="271" r:id="rId8"/>
    <p:sldId id="283" r:id="rId9"/>
    <p:sldId id="277" r:id="rId10"/>
    <p:sldId id="269" r:id="rId11"/>
  </p:sldIdLst>
  <p:sldSz cx="9144000" cy="5143500" type="screen16x9"/>
  <p:notesSz cx="6858000" cy="9144000"/>
  <p:embeddedFontLst>
    <p:embeddedFont>
      <p:font typeface="Fira Code" panose="020B0809050000020004" pitchFamily="49" charset="0"/>
      <p:regular r:id="rId13"/>
      <p:bold r:id="rId14"/>
    </p:embeddedFont>
    <p:embeddedFont>
      <p:font typeface="Montserrat" panose="00000500000000000000" pitchFamily="2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91A183F-2FFE-4A6A-87B7-3B120197F74D}">
  <a:tblStyle styleId="{091A183F-2FFE-4A6A-87B7-3B120197F74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7b3cc9d3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7b3cc9d3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ge7f9c668d6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8" name="Google Shape;498;ge7f9c668d6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>
          <a:extLst>
            <a:ext uri="{FF2B5EF4-FFF2-40B4-BE49-F238E27FC236}">
              <a16:creationId xmlns:a16="http://schemas.microsoft.com/office/drawing/2014/main" id="{14D538C3-5B95-55C0-B31F-E9C270E79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e7f9c668d6_0_18:notes">
            <a:extLst>
              <a:ext uri="{FF2B5EF4-FFF2-40B4-BE49-F238E27FC236}">
                <a16:creationId xmlns:a16="http://schemas.microsoft.com/office/drawing/2014/main" id="{D03E1125-C780-7B97-705D-B0620D7E29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e7f9c668d6_0_18:notes">
            <a:extLst>
              <a:ext uri="{FF2B5EF4-FFF2-40B4-BE49-F238E27FC236}">
                <a16:creationId xmlns:a16="http://schemas.microsoft.com/office/drawing/2014/main" id="{79485B9E-EFEF-2C97-86F2-9331171B64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04319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>
          <a:extLst>
            <a:ext uri="{FF2B5EF4-FFF2-40B4-BE49-F238E27FC236}">
              <a16:creationId xmlns:a16="http://schemas.microsoft.com/office/drawing/2014/main" id="{D2E4DDDB-4EEF-02E4-8CDF-7187CD402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e7f9c668d6_0_18:notes">
            <a:extLst>
              <a:ext uri="{FF2B5EF4-FFF2-40B4-BE49-F238E27FC236}">
                <a16:creationId xmlns:a16="http://schemas.microsoft.com/office/drawing/2014/main" id="{AE52D812-97C0-4FF1-09FB-80EEB997A4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e7f9c668d6_0_18:notes">
            <a:extLst>
              <a:ext uri="{FF2B5EF4-FFF2-40B4-BE49-F238E27FC236}">
                <a16:creationId xmlns:a16="http://schemas.microsoft.com/office/drawing/2014/main" id="{E14C2DE8-AC56-ABBA-905E-4F5C5B0954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21722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e7f9c668d6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e7f9c668d6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Google Shape;849;ge7f9c668d6_0_10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0" name="Google Shape;850;ge7f9c668d6_0_10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8">
          <a:extLst>
            <a:ext uri="{FF2B5EF4-FFF2-40B4-BE49-F238E27FC236}">
              <a16:creationId xmlns:a16="http://schemas.microsoft.com/office/drawing/2014/main" id="{75C0DA45-ED3C-728B-68BD-7E95C2C17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Google Shape;849;ge7f9c668d6_0_1028:notes">
            <a:extLst>
              <a:ext uri="{FF2B5EF4-FFF2-40B4-BE49-F238E27FC236}">
                <a16:creationId xmlns:a16="http://schemas.microsoft.com/office/drawing/2014/main" id="{73D7639C-507D-1112-4385-819424B3BD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0" name="Google Shape;850;ge7f9c668d6_0_1028:notes">
            <a:extLst>
              <a:ext uri="{FF2B5EF4-FFF2-40B4-BE49-F238E27FC236}">
                <a16:creationId xmlns:a16="http://schemas.microsoft.com/office/drawing/2014/main" id="{FD4C85D5-A1D6-54AE-B7B4-8F3B83AF6B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56883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" name="Google Shape;2519;ge7f9c668d6_0_10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0" name="Google Shape;2520;ge7f9c668d6_0_10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ge7f9c668d6_0_10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9" name="Google Shape;819;ge7f9c668d6_0_10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3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title" hasCustomPrompt="1"/>
          </p:nvPr>
        </p:nvSpPr>
        <p:spPr>
          <a:xfrm flipH="1">
            <a:off x="2054663" y="586975"/>
            <a:ext cx="1842300" cy="11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100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2" name="Google Shape;32;p3"/>
          <p:cNvSpPr txBox="1">
            <a:spLocks noGrp="1"/>
          </p:cNvSpPr>
          <p:nvPr>
            <p:ph type="title" idx="2"/>
          </p:nvPr>
        </p:nvSpPr>
        <p:spPr>
          <a:xfrm>
            <a:off x="2605788" y="1846623"/>
            <a:ext cx="5377200" cy="53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000">
                <a:solidFill>
                  <a:schemeClr val="dk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1"/>
          </p:nvPr>
        </p:nvSpPr>
        <p:spPr>
          <a:xfrm>
            <a:off x="3038363" y="2448125"/>
            <a:ext cx="3960900" cy="78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5" name="Google Shape;35;p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" name="Google Shape;36;p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" name="Google Shape;37;p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" name="Google Shape;38;p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9" name="Google Shape;39;p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" name="Google Shape;40;p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" name="Google Shape;41;p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" name="Google Shape;42;p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" name="Google Shape;43;p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" name="Google Shape;44;p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5" name="Google Shape;45;p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6" name="Google Shape;46;p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7" name="Google Shape;47;p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5"/>
          <p:cNvSpPr txBox="1">
            <a:spLocks noGrp="1"/>
          </p:cNvSpPr>
          <p:nvPr>
            <p:ph type="subTitle" idx="1"/>
          </p:nvPr>
        </p:nvSpPr>
        <p:spPr>
          <a:xfrm>
            <a:off x="2240150" y="3143327"/>
            <a:ext cx="5137500" cy="7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71" name="Google Shape;71;p5"/>
          <p:cNvSpPr txBox="1">
            <a:spLocks noGrp="1"/>
          </p:cNvSpPr>
          <p:nvPr>
            <p:ph type="subTitle" idx="2"/>
          </p:nvPr>
        </p:nvSpPr>
        <p:spPr>
          <a:xfrm>
            <a:off x="2240150" y="1151940"/>
            <a:ext cx="5137500" cy="7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5"/>
          <p:cNvSpPr txBox="1">
            <a:spLocks noGrp="1"/>
          </p:cNvSpPr>
          <p:nvPr>
            <p:ph type="subTitle" idx="3"/>
          </p:nvPr>
        </p:nvSpPr>
        <p:spPr>
          <a:xfrm>
            <a:off x="1143250" y="2612625"/>
            <a:ext cx="4057200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" name="Google Shape;73;p5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4" name="Google Shape;74;p5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5" name="Google Shape;75;p5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7" name="Google Shape;77;p5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8" name="Google Shape;78;p5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9" name="Google Shape;79;p5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0" name="Google Shape;80;p5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1" name="Google Shape;81;p5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2" name="Google Shape;82;p5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3" name="Google Shape;83;p5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4" name="Google Shape;84;p5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5" name="Google Shape;85;p5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7" name="Google Shape;87;p5"/>
          <p:cNvSpPr txBox="1">
            <a:spLocks noGrp="1"/>
          </p:cNvSpPr>
          <p:nvPr>
            <p:ph type="title"/>
          </p:nvPr>
        </p:nvSpPr>
        <p:spPr>
          <a:xfrm>
            <a:off x="1143250" y="621240"/>
            <a:ext cx="4057200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7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7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7"/>
          <p:cNvSpPr txBox="1">
            <a:spLocks noGrp="1"/>
          </p:cNvSpPr>
          <p:nvPr>
            <p:ph type="subTitle" idx="1"/>
          </p:nvPr>
        </p:nvSpPr>
        <p:spPr>
          <a:xfrm>
            <a:off x="1674500" y="2736550"/>
            <a:ext cx="3627600" cy="101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0" name="Google Shape;110;p7"/>
          <p:cNvSpPr txBox="1">
            <a:spLocks noGrp="1"/>
          </p:cNvSpPr>
          <p:nvPr>
            <p:ph type="title"/>
          </p:nvPr>
        </p:nvSpPr>
        <p:spPr>
          <a:xfrm>
            <a:off x="1154275" y="1137700"/>
            <a:ext cx="3969900" cy="142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7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2" name="Google Shape;112;p7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3" name="Google Shape;113;p7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4" name="Google Shape;114;p7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5" name="Google Shape;115;p7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6" name="Google Shape;116;p7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7" name="Google Shape;117;p7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8" name="Google Shape;118;p7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19" name="Google Shape;119;p7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0" name="Google Shape;120;p7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1" name="Google Shape;121;p7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2" name="Google Shape;122;p7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3" name="Google Shape;123;p7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24" name="Google Shape;124;p7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8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8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8"/>
          <p:cNvSpPr txBox="1">
            <a:spLocks noGrp="1"/>
          </p:cNvSpPr>
          <p:nvPr>
            <p:ph type="title"/>
          </p:nvPr>
        </p:nvSpPr>
        <p:spPr>
          <a:xfrm>
            <a:off x="2673350" y="1194150"/>
            <a:ext cx="4281300" cy="162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29" name="Google Shape;129;p8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0" name="Google Shape;130;p8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1" name="Google Shape;131;p8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2" name="Google Shape;132;p8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3" name="Google Shape;133;p8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4" name="Google Shape;134;p8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5" name="Google Shape;135;p8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6" name="Google Shape;136;p8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7" name="Google Shape;137;p8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8" name="Google Shape;138;p8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9" name="Google Shape;139;p8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0" name="Google Shape;140;p8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1" name="Google Shape;141;p8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2" name="Google Shape;142;p8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title" hasCustomPrompt="1"/>
          </p:nvPr>
        </p:nvSpPr>
        <p:spPr>
          <a:xfrm flipH="1">
            <a:off x="1460450" y="1436713"/>
            <a:ext cx="8721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1"/>
          </p:nvPr>
        </p:nvSpPr>
        <p:spPr>
          <a:xfrm>
            <a:off x="2332550" y="1775113"/>
            <a:ext cx="3129000" cy="48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2"/>
          </p:nvPr>
        </p:nvSpPr>
        <p:spPr>
          <a:xfrm>
            <a:off x="2332550" y="1436725"/>
            <a:ext cx="31290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800">
                <a:solidFill>
                  <a:schemeClr val="accen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title" idx="3" hasCustomPrompt="1"/>
          </p:nvPr>
        </p:nvSpPr>
        <p:spPr>
          <a:xfrm flipH="1">
            <a:off x="2850125" y="2419862"/>
            <a:ext cx="8721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4"/>
          </p:nvPr>
        </p:nvSpPr>
        <p:spPr>
          <a:xfrm>
            <a:off x="3722225" y="2755463"/>
            <a:ext cx="3129000" cy="48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5"/>
          </p:nvPr>
        </p:nvSpPr>
        <p:spPr>
          <a:xfrm>
            <a:off x="3722225" y="2419850"/>
            <a:ext cx="31290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800">
                <a:solidFill>
                  <a:schemeClr val="l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title" idx="6" hasCustomPrompt="1"/>
          </p:nvPr>
        </p:nvSpPr>
        <p:spPr>
          <a:xfrm flipH="1">
            <a:off x="4242875" y="3400212"/>
            <a:ext cx="8721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194" name="Google Shape;194;p13"/>
          <p:cNvSpPr txBox="1">
            <a:spLocks noGrp="1"/>
          </p:cNvSpPr>
          <p:nvPr>
            <p:ph type="subTitle" idx="7"/>
          </p:nvPr>
        </p:nvSpPr>
        <p:spPr>
          <a:xfrm>
            <a:off x="5114975" y="3738593"/>
            <a:ext cx="3129000" cy="48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13"/>
          <p:cNvSpPr txBox="1">
            <a:spLocks noGrp="1"/>
          </p:cNvSpPr>
          <p:nvPr>
            <p:ph type="subTitle" idx="8"/>
          </p:nvPr>
        </p:nvSpPr>
        <p:spPr>
          <a:xfrm>
            <a:off x="5114975" y="3400200"/>
            <a:ext cx="31290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6" name="Google Shape;196;p1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7" name="Google Shape;197;p1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8" name="Google Shape;198;p1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9" name="Google Shape;199;p1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0" name="Google Shape;200;p1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1" name="Google Shape;201;p1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2" name="Google Shape;202;p1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3" name="Google Shape;203;p1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4" name="Google Shape;204;p1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5" name="Google Shape;205;p1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6" name="Google Shape;206;p1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7" name="Google Shape;207;p1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8" name="Google Shape;208;p1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9" name="Google Shape;209;p1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0" name="Google Shape;210;p13"/>
          <p:cNvSpPr txBox="1">
            <a:spLocks noGrp="1"/>
          </p:cNvSpPr>
          <p:nvPr>
            <p:ph type="title" idx="9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8"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9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9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19"/>
          <p:cNvSpPr txBox="1">
            <a:spLocks noGrp="1"/>
          </p:cNvSpPr>
          <p:nvPr>
            <p:ph type="body" idx="1"/>
          </p:nvPr>
        </p:nvSpPr>
        <p:spPr>
          <a:xfrm>
            <a:off x="3306200" y="2227588"/>
            <a:ext cx="4694400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∗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9pPr>
          </a:lstStyle>
          <a:p>
            <a:endParaRPr/>
          </a:p>
        </p:txBody>
      </p:sp>
      <p:sp>
        <p:nvSpPr>
          <p:cNvPr id="337" name="Google Shape;337;p19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38" name="Google Shape;338;p19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39" name="Google Shape;339;p19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0" name="Google Shape;340;p19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1" name="Google Shape;341;p19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2" name="Google Shape;342;p19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3" name="Google Shape;343;p19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4" name="Google Shape;344;p19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5" name="Google Shape;345;p19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6" name="Google Shape;346;p19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7" name="Google Shape;347;p19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8" name="Google Shape;348;p19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9" name="Google Shape;349;p19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50" name="Google Shape;350;p19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51" name="Google Shape;351;p19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2" name="Google Shape;352;p19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2091200" y="2372263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353" name="Google Shape;353;p19"/>
          <p:cNvSpPr txBox="1">
            <a:spLocks noGrp="1"/>
          </p:cNvSpPr>
          <p:nvPr>
            <p:ph type="body" idx="3"/>
          </p:nvPr>
        </p:nvSpPr>
        <p:spPr>
          <a:xfrm>
            <a:off x="3739600" y="3164425"/>
            <a:ext cx="4694400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∗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9pPr>
          </a:lstStyle>
          <a:p>
            <a:endParaRPr/>
          </a:p>
        </p:txBody>
      </p:sp>
      <p:sp>
        <p:nvSpPr>
          <p:cNvPr id="354" name="Google Shape;354;p19"/>
          <p:cNvSpPr txBox="1">
            <a:spLocks noGrp="1"/>
          </p:cNvSpPr>
          <p:nvPr>
            <p:ph type="title" idx="4" hasCustomPrompt="1"/>
          </p:nvPr>
        </p:nvSpPr>
        <p:spPr>
          <a:xfrm flipH="1">
            <a:off x="2524600" y="3309175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355" name="Google Shape;355;p19"/>
          <p:cNvSpPr txBox="1">
            <a:spLocks noGrp="1"/>
          </p:cNvSpPr>
          <p:nvPr>
            <p:ph type="subTitle" idx="5"/>
          </p:nvPr>
        </p:nvSpPr>
        <p:spPr>
          <a:xfrm>
            <a:off x="1672200" y="1245150"/>
            <a:ext cx="5922000" cy="54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9_1"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0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8" name="Google Shape;358;p20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20"/>
          <p:cNvSpPr txBox="1">
            <a:spLocks noGrp="1"/>
          </p:cNvSpPr>
          <p:nvPr>
            <p:ph type="subTitle" idx="1"/>
          </p:nvPr>
        </p:nvSpPr>
        <p:spPr>
          <a:xfrm>
            <a:off x="1667256" y="2355825"/>
            <a:ext cx="2891100" cy="156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0" name="Google Shape;360;p20"/>
          <p:cNvSpPr txBox="1">
            <a:spLocks noGrp="1"/>
          </p:cNvSpPr>
          <p:nvPr>
            <p:ph type="title"/>
          </p:nvPr>
        </p:nvSpPr>
        <p:spPr>
          <a:xfrm>
            <a:off x="1121875" y="1183920"/>
            <a:ext cx="2891100" cy="112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1" name="Google Shape;361;p20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2" name="Google Shape;362;p20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3" name="Google Shape;363;p20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4" name="Google Shape;364;p20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5" name="Google Shape;365;p20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6" name="Google Shape;366;p20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7" name="Google Shape;367;p20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8" name="Google Shape;368;p20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69" name="Google Shape;369;p20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0" name="Google Shape;370;p20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1" name="Google Shape;371;p20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2" name="Google Shape;372;p20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3" name="Google Shape;373;p20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4" name="Google Shape;374;p20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3" r:id="rId4"/>
    <p:sldLayoutId id="2147483654" r:id="rId5"/>
    <p:sldLayoutId id="2147483658" r:id="rId6"/>
    <p:sldLayoutId id="2147483659" r:id="rId7"/>
    <p:sldLayoutId id="2147483665" r:id="rId8"/>
    <p:sldLayoutId id="2147483666" r:id="rId9"/>
    <p:sldLayoutId id="2147483669" r:id="rId10"/>
    <p:sldLayoutId id="214748367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stebanRT-lab/juego-serpiente-AALP-ERT.git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7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Evaluación </a:t>
            </a:r>
            <a:r>
              <a:rPr lang="es-ES" noProof="0" dirty="0">
                <a:solidFill>
                  <a:schemeClr val="accent2"/>
                </a:solidFill>
              </a:rPr>
              <a:t>‘En contacto’ </a:t>
            </a:r>
            <a:endParaRPr lang="es-ES" noProof="0" dirty="0">
              <a:solidFill>
                <a:schemeClr val="accent3"/>
              </a:solidFill>
            </a:endParaRPr>
          </a:p>
        </p:txBody>
      </p:sp>
      <p:sp>
        <p:nvSpPr>
          <p:cNvPr id="459" name="Google Shape;459;p27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&lt; Esteban Rojas Tobar &gt;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&lt; Ingeniería en Inteligencia Artificial &gt;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&lt; Universidad Internacional del Ecuador &gt;</a:t>
            </a:r>
          </a:p>
        </p:txBody>
      </p:sp>
      <p:sp>
        <p:nvSpPr>
          <p:cNvPr id="460" name="Google Shape;460;p27"/>
          <p:cNvSpPr txBox="1">
            <a:spLocks noGrp="1"/>
          </p:cNvSpPr>
          <p:nvPr>
            <p:ph type="subTitle" idx="1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Lógica de Programación </a:t>
            </a:r>
          </a:p>
        </p:txBody>
      </p:sp>
      <p:sp>
        <p:nvSpPr>
          <p:cNvPr id="461" name="Google Shape;461;p27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>
                <a:solidFill>
                  <a:schemeClr val="accent6"/>
                </a:solidFill>
              </a:rPr>
              <a:t>[</a:t>
            </a:r>
            <a:r>
              <a:rPr lang="es-ES" noProof="0" dirty="0">
                <a:solidFill>
                  <a:schemeClr val="accent1"/>
                </a:solidFill>
              </a:rPr>
              <a:t>Con el </a:t>
            </a:r>
            <a:r>
              <a:rPr lang="es-ES" noProof="0" dirty="0">
                <a:solidFill>
                  <a:schemeClr val="lt1"/>
                </a:solidFill>
              </a:rPr>
              <a:t> </a:t>
            </a:r>
            <a:r>
              <a:rPr lang="es-ES" noProof="0" dirty="0">
                <a:solidFill>
                  <a:schemeClr val="lt2"/>
                </a:solidFill>
              </a:rPr>
              <a:t>Docente</a:t>
            </a:r>
            <a:r>
              <a:rPr lang="es-ES" noProof="0" dirty="0">
                <a:solidFill>
                  <a:schemeClr val="accent6"/>
                </a:solidFill>
              </a:rPr>
              <a:t>] </a:t>
            </a:r>
          </a:p>
        </p:txBody>
      </p:sp>
      <p:grpSp>
        <p:nvGrpSpPr>
          <p:cNvPr id="462" name="Google Shape;462;p27"/>
          <p:cNvGrpSpPr/>
          <p:nvPr/>
        </p:nvGrpSpPr>
        <p:grpSpPr>
          <a:xfrm>
            <a:off x="1413525" y="1759900"/>
            <a:ext cx="506100" cy="2444350"/>
            <a:chOff x="1413525" y="1759900"/>
            <a:chExt cx="506100" cy="2444350"/>
          </a:xfrm>
        </p:grpSpPr>
        <p:cxnSp>
          <p:nvCxnSpPr>
            <p:cNvPr id="463" name="Google Shape;463;p27"/>
            <p:cNvCxnSpPr/>
            <p:nvPr/>
          </p:nvCxnSpPr>
          <p:spPr>
            <a:xfrm>
              <a:off x="1552225" y="1759900"/>
              <a:ext cx="0" cy="17634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4" name="Google Shape;464;p27"/>
            <p:cNvSpPr txBox="1"/>
            <p:nvPr/>
          </p:nvSpPr>
          <p:spPr>
            <a:xfrm>
              <a:off x="1413525" y="3557750"/>
              <a:ext cx="5061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3000" noProof="0" dirty="0">
                  <a:solidFill>
                    <a:schemeClr val="accent3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29"/>
          <p:cNvSpPr txBox="1">
            <a:spLocks noGrp="1"/>
          </p:cNvSpPr>
          <p:nvPr>
            <p:ph type="title"/>
          </p:nvPr>
        </p:nvSpPr>
        <p:spPr>
          <a:xfrm flipH="1">
            <a:off x="1460450" y="1436713"/>
            <a:ext cx="8721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01</a:t>
            </a:r>
          </a:p>
        </p:txBody>
      </p:sp>
      <p:sp>
        <p:nvSpPr>
          <p:cNvPr id="481" name="Google Shape;481;p29"/>
          <p:cNvSpPr txBox="1">
            <a:spLocks noGrp="1"/>
          </p:cNvSpPr>
          <p:nvPr>
            <p:ph type="subTitle" idx="1"/>
          </p:nvPr>
        </p:nvSpPr>
        <p:spPr>
          <a:xfrm>
            <a:off x="2332550" y="1775113"/>
            <a:ext cx="3129000" cy="48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Conceptos básicos y selección del programa</a:t>
            </a:r>
          </a:p>
        </p:txBody>
      </p:sp>
      <p:sp>
        <p:nvSpPr>
          <p:cNvPr id="482" name="Google Shape;482;p29"/>
          <p:cNvSpPr txBox="1">
            <a:spLocks noGrp="1"/>
          </p:cNvSpPr>
          <p:nvPr>
            <p:ph type="subTitle" idx="2"/>
          </p:nvPr>
        </p:nvSpPr>
        <p:spPr>
          <a:xfrm>
            <a:off x="2332550" y="1436725"/>
            <a:ext cx="345865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Unidad 1</a:t>
            </a:r>
          </a:p>
        </p:txBody>
      </p:sp>
      <p:sp>
        <p:nvSpPr>
          <p:cNvPr id="483" name="Google Shape;483;p29"/>
          <p:cNvSpPr txBox="1">
            <a:spLocks noGrp="1"/>
          </p:cNvSpPr>
          <p:nvPr>
            <p:ph type="title" idx="3"/>
          </p:nvPr>
        </p:nvSpPr>
        <p:spPr>
          <a:xfrm flipH="1">
            <a:off x="2850125" y="2419862"/>
            <a:ext cx="8721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02</a:t>
            </a:r>
          </a:p>
        </p:txBody>
      </p:sp>
      <p:sp>
        <p:nvSpPr>
          <p:cNvPr id="484" name="Google Shape;484;p29"/>
          <p:cNvSpPr txBox="1">
            <a:spLocks noGrp="1"/>
          </p:cNvSpPr>
          <p:nvPr>
            <p:ph type="subTitle" idx="4"/>
          </p:nvPr>
        </p:nvSpPr>
        <p:spPr>
          <a:xfrm>
            <a:off x="3722225" y="2755463"/>
            <a:ext cx="3129000" cy="48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Primer avance del juego (video)</a:t>
            </a:r>
          </a:p>
        </p:txBody>
      </p:sp>
      <p:sp>
        <p:nvSpPr>
          <p:cNvPr id="485" name="Google Shape;485;p29"/>
          <p:cNvSpPr txBox="1">
            <a:spLocks noGrp="1"/>
          </p:cNvSpPr>
          <p:nvPr>
            <p:ph type="subTitle" idx="5"/>
          </p:nvPr>
        </p:nvSpPr>
        <p:spPr>
          <a:xfrm>
            <a:off x="3722224" y="2419850"/>
            <a:ext cx="3548369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Unidad 2 y 3</a:t>
            </a:r>
          </a:p>
        </p:txBody>
      </p:sp>
      <p:sp>
        <p:nvSpPr>
          <p:cNvPr id="486" name="Google Shape;486;p29"/>
          <p:cNvSpPr txBox="1">
            <a:spLocks noGrp="1"/>
          </p:cNvSpPr>
          <p:nvPr>
            <p:ph type="title" idx="6"/>
          </p:nvPr>
        </p:nvSpPr>
        <p:spPr>
          <a:xfrm flipH="1">
            <a:off x="4242875" y="3400212"/>
            <a:ext cx="8721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03</a:t>
            </a:r>
          </a:p>
        </p:txBody>
      </p:sp>
      <p:sp>
        <p:nvSpPr>
          <p:cNvPr id="487" name="Google Shape;487;p29"/>
          <p:cNvSpPr txBox="1">
            <a:spLocks noGrp="1"/>
          </p:cNvSpPr>
          <p:nvPr>
            <p:ph type="subTitle" idx="7"/>
          </p:nvPr>
        </p:nvSpPr>
        <p:spPr>
          <a:xfrm>
            <a:off x="5114975" y="3738593"/>
            <a:ext cx="3129000" cy="48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Juego terminado (video)</a:t>
            </a:r>
          </a:p>
        </p:txBody>
      </p:sp>
      <p:sp>
        <p:nvSpPr>
          <p:cNvPr id="488" name="Google Shape;488;p29"/>
          <p:cNvSpPr txBox="1">
            <a:spLocks noGrp="1"/>
          </p:cNvSpPr>
          <p:nvPr>
            <p:ph type="subTitle" idx="8"/>
          </p:nvPr>
        </p:nvSpPr>
        <p:spPr>
          <a:xfrm>
            <a:off x="5114975" y="3400200"/>
            <a:ext cx="3129000" cy="3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Unidad 4</a:t>
            </a:r>
          </a:p>
        </p:txBody>
      </p:sp>
      <p:sp>
        <p:nvSpPr>
          <p:cNvPr id="489" name="Google Shape;489;p29"/>
          <p:cNvSpPr txBox="1">
            <a:spLocks noGrp="1"/>
          </p:cNvSpPr>
          <p:nvPr>
            <p:ph type="title" idx="9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Tabla de </a:t>
            </a:r>
            <a:r>
              <a:rPr lang="es-ES" noProof="0" dirty="0">
                <a:solidFill>
                  <a:schemeClr val="accent2"/>
                </a:solidFill>
              </a:rPr>
              <a:t>‘Contenidos’</a:t>
            </a:r>
            <a:r>
              <a:rPr lang="es-ES" noProof="0" dirty="0"/>
              <a:t> </a:t>
            </a:r>
            <a:r>
              <a:rPr lang="es-ES" noProof="0" dirty="0">
                <a:solidFill>
                  <a:schemeClr val="accent6"/>
                </a:solidFill>
              </a:rPr>
              <a:t>{</a:t>
            </a:r>
          </a:p>
        </p:txBody>
      </p:sp>
      <p:grpSp>
        <p:nvGrpSpPr>
          <p:cNvPr id="490" name="Google Shape;490;p29"/>
          <p:cNvGrpSpPr/>
          <p:nvPr/>
        </p:nvGrpSpPr>
        <p:grpSpPr>
          <a:xfrm>
            <a:off x="1084825" y="1168950"/>
            <a:ext cx="506100" cy="3401075"/>
            <a:chOff x="1084825" y="1168950"/>
            <a:chExt cx="506100" cy="3401075"/>
          </a:xfrm>
        </p:grpSpPr>
        <p:sp>
          <p:nvSpPr>
            <p:cNvPr id="491" name="Google Shape;491;p29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800" noProof="0" dirty="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</a:p>
          </p:txBody>
        </p:sp>
        <p:cxnSp>
          <p:nvCxnSpPr>
            <p:cNvPr id="492" name="Google Shape;492;p29"/>
            <p:cNvCxnSpPr/>
            <p:nvPr/>
          </p:nvCxnSpPr>
          <p:spPr>
            <a:xfrm>
              <a:off x="1337875" y="1168950"/>
              <a:ext cx="0" cy="27645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93" name="Google Shape;493;p29"/>
          <p:cNvSpPr txBox="1">
            <a:spLocks noGrp="1"/>
          </p:cNvSpPr>
          <p:nvPr>
            <p:ph type="subTitle" idx="1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Lógica de programación</a:t>
            </a:r>
          </a:p>
        </p:txBody>
      </p:sp>
      <p:sp>
        <p:nvSpPr>
          <p:cNvPr id="494" name="Google Shape;494;p29"/>
          <p:cNvSpPr txBox="1">
            <a:spLocks noGrp="1"/>
          </p:cNvSpPr>
          <p:nvPr>
            <p:ph type="subTitle" idx="1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Esteban Rojas Tobar</a:t>
            </a:r>
          </a:p>
        </p:txBody>
      </p:sp>
      <p:sp>
        <p:nvSpPr>
          <p:cNvPr id="495" name="Google Shape;495;p29"/>
          <p:cNvSpPr txBox="1">
            <a:spLocks noGrp="1"/>
          </p:cNvSpPr>
          <p:nvPr>
            <p:ph type="subTitle" idx="1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UIDE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30"/>
          <p:cNvSpPr txBox="1">
            <a:spLocks noGrp="1"/>
          </p:cNvSpPr>
          <p:nvPr>
            <p:ph type="title"/>
          </p:nvPr>
        </p:nvSpPr>
        <p:spPr>
          <a:xfrm flipH="1">
            <a:off x="2054663" y="586975"/>
            <a:ext cx="1842300" cy="11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5000" noProof="0" dirty="0"/>
              <a:t>01 </a:t>
            </a:r>
            <a:r>
              <a:rPr lang="es-ES" sz="5000" noProof="0" dirty="0">
                <a:solidFill>
                  <a:schemeClr val="accent6"/>
                </a:solidFill>
              </a:rPr>
              <a:t>{</a:t>
            </a:r>
          </a:p>
        </p:txBody>
      </p:sp>
      <p:sp>
        <p:nvSpPr>
          <p:cNvPr id="501" name="Google Shape;501;p30"/>
          <p:cNvSpPr txBox="1">
            <a:spLocks noGrp="1"/>
          </p:cNvSpPr>
          <p:nvPr>
            <p:ph type="title" idx="2"/>
          </p:nvPr>
        </p:nvSpPr>
        <p:spPr>
          <a:xfrm>
            <a:off x="2605787" y="1846623"/>
            <a:ext cx="5854271" cy="535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>
                <a:solidFill>
                  <a:schemeClr val="accent6"/>
                </a:solidFill>
              </a:rPr>
              <a:t>[</a:t>
            </a:r>
            <a:r>
              <a:rPr lang="es-ES" noProof="0" dirty="0">
                <a:solidFill>
                  <a:schemeClr val="accent1"/>
                </a:solidFill>
              </a:rPr>
              <a:t>Unidad 1</a:t>
            </a:r>
            <a:r>
              <a:rPr lang="es-ES" noProof="0" dirty="0">
                <a:solidFill>
                  <a:schemeClr val="accent6"/>
                </a:solidFill>
              </a:rPr>
              <a:t>]</a:t>
            </a:r>
            <a:r>
              <a:rPr lang="es-ES" noProof="0" dirty="0">
                <a:solidFill>
                  <a:schemeClr val="accent1"/>
                </a:solidFill>
              </a:rPr>
              <a:t> </a:t>
            </a:r>
            <a:endParaRPr lang="es-ES" noProof="0" dirty="0">
              <a:solidFill>
                <a:schemeClr val="accent3"/>
              </a:solidFill>
            </a:endParaRPr>
          </a:p>
        </p:txBody>
      </p:sp>
      <p:sp>
        <p:nvSpPr>
          <p:cNvPr id="502" name="Google Shape;502;p30"/>
          <p:cNvSpPr txBox="1">
            <a:spLocks noGrp="1"/>
          </p:cNvSpPr>
          <p:nvPr>
            <p:ph type="subTitle" idx="1"/>
          </p:nvPr>
        </p:nvSpPr>
        <p:spPr>
          <a:xfrm>
            <a:off x="3038363" y="2448124"/>
            <a:ext cx="3960900" cy="17372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&lt; Tipos de diagramas &gt;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&lt; Selección del Software &gt;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&lt; Diseño de funciones &gt;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ES" noProof="0" dirty="0"/>
          </a:p>
        </p:txBody>
      </p:sp>
      <p:sp>
        <p:nvSpPr>
          <p:cNvPr id="503" name="Google Shape;503;p30"/>
          <p:cNvSpPr txBox="1"/>
          <p:nvPr/>
        </p:nvSpPr>
        <p:spPr>
          <a:xfrm>
            <a:off x="2127375" y="3586575"/>
            <a:ext cx="506100" cy="7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5000" noProof="0" dirty="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rPr>
              <a:t>}</a:t>
            </a:r>
          </a:p>
        </p:txBody>
      </p:sp>
      <p:cxnSp>
        <p:nvCxnSpPr>
          <p:cNvPr id="504" name="Google Shape;504;p30"/>
          <p:cNvCxnSpPr>
            <a:endCxn id="503" idx="0"/>
          </p:cNvCxnSpPr>
          <p:nvPr/>
        </p:nvCxnSpPr>
        <p:spPr>
          <a:xfrm>
            <a:off x="2380425" y="1478475"/>
            <a:ext cx="0" cy="21081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5" name="Google Shape;505;p30"/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Lógica de programación</a:t>
            </a:r>
          </a:p>
        </p:txBody>
      </p:sp>
      <p:sp>
        <p:nvSpPr>
          <p:cNvPr id="506" name="Google Shape;506;p30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Esteban Rojas Tobar</a:t>
            </a:r>
          </a:p>
        </p:txBody>
      </p:sp>
      <p:sp>
        <p:nvSpPr>
          <p:cNvPr id="507" name="Google Shape;507;p30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1">
          <a:extLst>
            <a:ext uri="{FF2B5EF4-FFF2-40B4-BE49-F238E27FC236}">
              <a16:creationId xmlns:a16="http://schemas.microsoft.com/office/drawing/2014/main" id="{F46F6E54-15E2-4916-E50D-B20D2FBC4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31">
            <a:extLst>
              <a:ext uri="{FF2B5EF4-FFF2-40B4-BE49-F238E27FC236}">
                <a16:creationId xmlns:a16="http://schemas.microsoft.com/office/drawing/2014/main" id="{969500ED-5533-BE0F-1A01-FE633127FDD0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2240150" y="1151940"/>
            <a:ext cx="5137500" cy="7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&lt; Muestran qué hace el sistema &gt;</a:t>
            </a:r>
          </a:p>
        </p:txBody>
      </p:sp>
      <p:sp>
        <p:nvSpPr>
          <p:cNvPr id="513" name="Google Shape;513;p31">
            <a:extLst>
              <a:ext uri="{FF2B5EF4-FFF2-40B4-BE49-F238E27FC236}">
                <a16:creationId xmlns:a16="http://schemas.microsoft.com/office/drawing/2014/main" id="{98828C22-1564-8B7C-A379-FCE033ED630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300817" y="2538776"/>
            <a:ext cx="2212904" cy="42076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&lt; Vista estática &gt;</a:t>
            </a:r>
          </a:p>
        </p:txBody>
      </p:sp>
      <p:sp>
        <p:nvSpPr>
          <p:cNvPr id="514" name="Google Shape;514;p31">
            <a:extLst>
              <a:ext uri="{FF2B5EF4-FFF2-40B4-BE49-F238E27FC236}">
                <a16:creationId xmlns:a16="http://schemas.microsoft.com/office/drawing/2014/main" id="{251F1380-9EE3-8F49-1ACD-7F9C1C2AB16B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1518025" y="2008076"/>
            <a:ext cx="2057154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2"/>
                </a:solidFill>
              </a:rPr>
              <a:t>Funcional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2"/>
                </a:solidFill>
              </a:rPr>
              <a:t>(Block </a:t>
            </a:r>
            <a:r>
              <a:rPr lang="es-ES" sz="1400" noProof="0" dirty="0" err="1">
                <a:solidFill>
                  <a:schemeClr val="accent2"/>
                </a:solidFill>
              </a:rPr>
              <a:t>Diagram</a:t>
            </a:r>
            <a:r>
              <a:rPr lang="es-ES" sz="1400" noProof="0" dirty="0">
                <a:solidFill>
                  <a:schemeClr val="accent2"/>
                </a:solidFill>
              </a:rPr>
              <a:t>)</a:t>
            </a:r>
            <a:r>
              <a:rPr lang="es-ES" sz="1400" noProof="0" dirty="0">
                <a:solidFill>
                  <a:schemeClr val="lt1"/>
                </a:solidFill>
              </a:rPr>
              <a:t> </a:t>
            </a:r>
            <a:r>
              <a:rPr lang="es-ES" sz="1400" noProof="0" dirty="0">
                <a:solidFill>
                  <a:schemeClr val="accent6"/>
                </a:solidFill>
              </a:rPr>
              <a:t>{</a:t>
            </a:r>
          </a:p>
        </p:txBody>
      </p:sp>
      <p:sp>
        <p:nvSpPr>
          <p:cNvPr id="515" name="Google Shape;515;p31">
            <a:extLst>
              <a:ext uri="{FF2B5EF4-FFF2-40B4-BE49-F238E27FC236}">
                <a16:creationId xmlns:a16="http://schemas.microsoft.com/office/drawing/2014/main" id="{0006610B-A4C4-C452-4803-C1ACBCB559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49" y="621240"/>
            <a:ext cx="6365237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Diagramas de funcionalidad </a:t>
            </a:r>
            <a:r>
              <a:rPr lang="es-ES" noProof="0" dirty="0">
                <a:solidFill>
                  <a:schemeClr val="accent6"/>
                </a:solidFill>
              </a:rPr>
              <a:t>{</a:t>
            </a:r>
            <a:r>
              <a:rPr lang="es-ES" noProof="0" dirty="0"/>
              <a:t> </a:t>
            </a:r>
          </a:p>
        </p:txBody>
      </p:sp>
      <p:grpSp>
        <p:nvGrpSpPr>
          <p:cNvPr id="516" name="Google Shape;516;p31">
            <a:extLst>
              <a:ext uri="{FF2B5EF4-FFF2-40B4-BE49-F238E27FC236}">
                <a16:creationId xmlns:a16="http://schemas.microsoft.com/office/drawing/2014/main" id="{21D2C36F-040C-2D94-6889-82B5F4409311}"/>
              </a:ext>
            </a:extLst>
          </p:cNvPr>
          <p:cNvGrpSpPr/>
          <p:nvPr/>
        </p:nvGrpSpPr>
        <p:grpSpPr>
          <a:xfrm>
            <a:off x="1707884" y="1417701"/>
            <a:ext cx="320076" cy="320076"/>
            <a:chOff x="1562938" y="4248450"/>
            <a:chExt cx="475950" cy="475950"/>
          </a:xfrm>
        </p:grpSpPr>
        <p:sp>
          <p:nvSpPr>
            <p:cNvPr id="517" name="Google Shape;517;p31">
              <a:extLst>
                <a:ext uri="{FF2B5EF4-FFF2-40B4-BE49-F238E27FC236}">
                  <a16:creationId xmlns:a16="http://schemas.microsoft.com/office/drawing/2014/main" id="{FF50286F-1999-3242-35DD-53BBA876D5CF}"/>
                </a:ext>
              </a:extLst>
            </p:cNvPr>
            <p:cNvSpPr/>
            <p:nvPr/>
          </p:nvSpPr>
          <p:spPr>
            <a:xfrm>
              <a:off x="1571938" y="4257450"/>
              <a:ext cx="457475" cy="290150"/>
            </a:xfrm>
            <a:custGeom>
              <a:avLst/>
              <a:gdLst/>
              <a:ahLst/>
              <a:cxnLst/>
              <a:rect l="l" t="t" r="r" b="b"/>
              <a:pathLst>
                <a:path w="18299" h="11606" extrusionOk="0">
                  <a:moveTo>
                    <a:pt x="740" y="1"/>
                  </a:moveTo>
                  <a:cubicBezTo>
                    <a:pt x="342" y="1"/>
                    <a:pt x="1" y="342"/>
                    <a:pt x="1" y="740"/>
                  </a:cubicBezTo>
                  <a:lnTo>
                    <a:pt x="1" y="11605"/>
                  </a:lnTo>
                  <a:lnTo>
                    <a:pt x="18299" y="11605"/>
                  </a:lnTo>
                  <a:lnTo>
                    <a:pt x="18299" y="740"/>
                  </a:lnTo>
                  <a:cubicBezTo>
                    <a:pt x="18299" y="342"/>
                    <a:pt x="17976" y="1"/>
                    <a:pt x="175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18" name="Google Shape;518;p31">
              <a:extLst>
                <a:ext uri="{FF2B5EF4-FFF2-40B4-BE49-F238E27FC236}">
                  <a16:creationId xmlns:a16="http://schemas.microsoft.com/office/drawing/2014/main" id="{70788CEF-0A7E-2B35-2DA8-64EE7D8B1BE6}"/>
                </a:ext>
              </a:extLst>
            </p:cNvPr>
            <p:cNvSpPr/>
            <p:nvPr/>
          </p:nvSpPr>
          <p:spPr>
            <a:xfrm>
              <a:off x="1611763" y="4294900"/>
              <a:ext cx="377825" cy="252700"/>
            </a:xfrm>
            <a:custGeom>
              <a:avLst/>
              <a:gdLst/>
              <a:ahLst/>
              <a:cxnLst/>
              <a:rect l="l" t="t" r="r" b="b"/>
              <a:pathLst>
                <a:path w="15113" h="10108" extrusionOk="0">
                  <a:moveTo>
                    <a:pt x="1" y="1"/>
                  </a:moveTo>
                  <a:lnTo>
                    <a:pt x="1" y="10107"/>
                  </a:lnTo>
                  <a:lnTo>
                    <a:pt x="15113" y="10107"/>
                  </a:lnTo>
                  <a:lnTo>
                    <a:pt x="1511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19" name="Google Shape;519;p31">
              <a:extLst>
                <a:ext uri="{FF2B5EF4-FFF2-40B4-BE49-F238E27FC236}">
                  <a16:creationId xmlns:a16="http://schemas.microsoft.com/office/drawing/2014/main" id="{1C75C053-41F5-0581-4EB8-9F0023BA6037}"/>
                </a:ext>
              </a:extLst>
            </p:cNvPr>
            <p:cNvSpPr/>
            <p:nvPr/>
          </p:nvSpPr>
          <p:spPr>
            <a:xfrm>
              <a:off x="1875338" y="4356050"/>
              <a:ext cx="73975" cy="92950"/>
            </a:xfrm>
            <a:custGeom>
              <a:avLst/>
              <a:gdLst/>
              <a:ahLst/>
              <a:cxnLst/>
              <a:rect l="l" t="t" r="r" b="b"/>
              <a:pathLst>
                <a:path w="2959" h="3718" extrusionOk="0">
                  <a:moveTo>
                    <a:pt x="0" y="1"/>
                  </a:moveTo>
                  <a:lnTo>
                    <a:pt x="0" y="3717"/>
                  </a:lnTo>
                  <a:lnTo>
                    <a:pt x="2958" y="3717"/>
                  </a:lnTo>
                  <a:lnTo>
                    <a:pt x="295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20" name="Google Shape;520;p31">
              <a:extLst>
                <a:ext uri="{FF2B5EF4-FFF2-40B4-BE49-F238E27FC236}">
                  <a16:creationId xmlns:a16="http://schemas.microsoft.com/office/drawing/2014/main" id="{56A21A4C-B24F-1DB0-1A5A-A472ECF9D2E5}"/>
                </a:ext>
              </a:extLst>
            </p:cNvPr>
            <p:cNvSpPr/>
            <p:nvPr/>
          </p:nvSpPr>
          <p:spPr>
            <a:xfrm>
              <a:off x="1571938" y="4547575"/>
              <a:ext cx="457475" cy="167350"/>
            </a:xfrm>
            <a:custGeom>
              <a:avLst/>
              <a:gdLst/>
              <a:ahLst/>
              <a:cxnLst/>
              <a:rect l="l" t="t" r="r" b="b"/>
              <a:pathLst>
                <a:path w="18299" h="6694" extrusionOk="0">
                  <a:moveTo>
                    <a:pt x="1" y="0"/>
                  </a:moveTo>
                  <a:lnTo>
                    <a:pt x="1" y="2238"/>
                  </a:lnTo>
                  <a:cubicBezTo>
                    <a:pt x="1" y="2636"/>
                    <a:pt x="342" y="2977"/>
                    <a:pt x="740" y="2977"/>
                  </a:cubicBezTo>
                  <a:lnTo>
                    <a:pt x="7661" y="2977"/>
                  </a:lnTo>
                  <a:lnTo>
                    <a:pt x="7661" y="3717"/>
                  </a:lnTo>
                  <a:cubicBezTo>
                    <a:pt x="7661" y="4551"/>
                    <a:pt x="6998" y="5215"/>
                    <a:pt x="6182" y="5215"/>
                  </a:cubicBezTo>
                  <a:cubicBezTo>
                    <a:pt x="5348" y="5215"/>
                    <a:pt x="4684" y="5878"/>
                    <a:pt x="4684" y="6694"/>
                  </a:cubicBezTo>
                  <a:lnTo>
                    <a:pt x="13615" y="6694"/>
                  </a:lnTo>
                  <a:cubicBezTo>
                    <a:pt x="13615" y="5878"/>
                    <a:pt x="12952" y="5215"/>
                    <a:pt x="12136" y="5215"/>
                  </a:cubicBezTo>
                  <a:cubicBezTo>
                    <a:pt x="11302" y="5215"/>
                    <a:pt x="10638" y="4551"/>
                    <a:pt x="10638" y="3717"/>
                  </a:cubicBezTo>
                  <a:lnTo>
                    <a:pt x="10638" y="2977"/>
                  </a:lnTo>
                  <a:lnTo>
                    <a:pt x="17559" y="2977"/>
                  </a:lnTo>
                  <a:cubicBezTo>
                    <a:pt x="17976" y="2977"/>
                    <a:pt x="18299" y="2636"/>
                    <a:pt x="18299" y="2238"/>
                  </a:cubicBezTo>
                  <a:lnTo>
                    <a:pt x="1829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21" name="Google Shape;521;p31">
              <a:extLst>
                <a:ext uri="{FF2B5EF4-FFF2-40B4-BE49-F238E27FC236}">
                  <a16:creationId xmlns:a16="http://schemas.microsoft.com/office/drawing/2014/main" id="{2715B61B-06E8-3CB0-3796-327C77E8AA33}"/>
                </a:ext>
              </a:extLst>
            </p:cNvPr>
            <p:cNvSpPr/>
            <p:nvPr/>
          </p:nvSpPr>
          <p:spPr>
            <a:xfrm>
              <a:off x="1763463" y="4356050"/>
              <a:ext cx="74450" cy="92950"/>
            </a:xfrm>
            <a:custGeom>
              <a:avLst/>
              <a:gdLst/>
              <a:ahLst/>
              <a:cxnLst/>
              <a:rect l="l" t="t" r="r" b="b"/>
              <a:pathLst>
                <a:path w="2978" h="3718" extrusionOk="0">
                  <a:moveTo>
                    <a:pt x="0" y="1"/>
                  </a:moveTo>
                  <a:lnTo>
                    <a:pt x="0" y="3717"/>
                  </a:lnTo>
                  <a:lnTo>
                    <a:pt x="2977" y="3717"/>
                  </a:lnTo>
                  <a:lnTo>
                    <a:pt x="297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22" name="Google Shape;522;p31">
              <a:extLst>
                <a:ext uri="{FF2B5EF4-FFF2-40B4-BE49-F238E27FC236}">
                  <a16:creationId xmlns:a16="http://schemas.microsoft.com/office/drawing/2014/main" id="{56FC3FE3-C91C-84E9-860A-C8279E296F8C}"/>
                </a:ext>
              </a:extLst>
            </p:cNvPr>
            <p:cNvSpPr/>
            <p:nvPr/>
          </p:nvSpPr>
          <p:spPr>
            <a:xfrm>
              <a:off x="1652063" y="4356050"/>
              <a:ext cx="74450" cy="92950"/>
            </a:xfrm>
            <a:custGeom>
              <a:avLst/>
              <a:gdLst/>
              <a:ahLst/>
              <a:cxnLst/>
              <a:rect l="l" t="t" r="r" b="b"/>
              <a:pathLst>
                <a:path w="2978" h="3718" extrusionOk="0">
                  <a:moveTo>
                    <a:pt x="0" y="1"/>
                  </a:moveTo>
                  <a:lnTo>
                    <a:pt x="0" y="3717"/>
                  </a:lnTo>
                  <a:lnTo>
                    <a:pt x="2977" y="3717"/>
                  </a:lnTo>
                  <a:lnTo>
                    <a:pt x="2977" y="1"/>
                  </a:lnTo>
                  <a:close/>
                </a:path>
              </a:pathLst>
            </a:custGeom>
            <a:solidFill>
              <a:srgbClr val="E7E7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23" name="Google Shape;523;p31">
              <a:extLst>
                <a:ext uri="{FF2B5EF4-FFF2-40B4-BE49-F238E27FC236}">
                  <a16:creationId xmlns:a16="http://schemas.microsoft.com/office/drawing/2014/main" id="{D178077F-D922-BC4A-4463-9FEEAAE23402}"/>
                </a:ext>
              </a:extLst>
            </p:cNvPr>
            <p:cNvSpPr/>
            <p:nvPr/>
          </p:nvSpPr>
          <p:spPr>
            <a:xfrm>
              <a:off x="1828413" y="4575450"/>
              <a:ext cx="21825" cy="18600"/>
            </a:xfrm>
            <a:custGeom>
              <a:avLst/>
              <a:gdLst/>
              <a:ahLst/>
              <a:cxnLst/>
              <a:rect l="l" t="t" r="r" b="b"/>
              <a:pathLst>
                <a:path w="873" h="744" extrusionOk="0">
                  <a:moveTo>
                    <a:pt x="384" y="0"/>
                  </a:moveTo>
                  <a:cubicBezTo>
                    <a:pt x="198" y="0"/>
                    <a:pt x="19" y="148"/>
                    <a:pt x="19" y="364"/>
                  </a:cubicBezTo>
                  <a:cubicBezTo>
                    <a:pt x="0" y="573"/>
                    <a:pt x="171" y="743"/>
                    <a:pt x="379" y="743"/>
                  </a:cubicBezTo>
                  <a:cubicBezTo>
                    <a:pt x="721" y="743"/>
                    <a:pt x="872" y="345"/>
                    <a:pt x="645" y="118"/>
                  </a:cubicBezTo>
                  <a:cubicBezTo>
                    <a:pt x="570" y="36"/>
                    <a:pt x="476" y="0"/>
                    <a:pt x="384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24" name="Google Shape;524;p31">
              <a:extLst>
                <a:ext uri="{FF2B5EF4-FFF2-40B4-BE49-F238E27FC236}">
                  <a16:creationId xmlns:a16="http://schemas.microsoft.com/office/drawing/2014/main" id="{58A9CB68-DECE-7877-48A8-236AB7AC4B5C}"/>
                </a:ext>
              </a:extLst>
            </p:cNvPr>
            <p:cNvSpPr/>
            <p:nvPr/>
          </p:nvSpPr>
          <p:spPr>
            <a:xfrm>
              <a:off x="1562938" y="4248450"/>
              <a:ext cx="475950" cy="475950"/>
            </a:xfrm>
            <a:custGeom>
              <a:avLst/>
              <a:gdLst/>
              <a:ahLst/>
              <a:cxnLst/>
              <a:rect l="l" t="t" r="r" b="b"/>
              <a:pathLst>
                <a:path w="19038" h="19038" extrusionOk="0">
                  <a:moveTo>
                    <a:pt x="16687" y="2219"/>
                  </a:moveTo>
                  <a:lnTo>
                    <a:pt x="16687" y="11605"/>
                  </a:lnTo>
                  <a:lnTo>
                    <a:pt x="2333" y="11605"/>
                  </a:lnTo>
                  <a:lnTo>
                    <a:pt x="2333" y="2219"/>
                  </a:lnTo>
                  <a:close/>
                  <a:moveTo>
                    <a:pt x="17919" y="740"/>
                  </a:moveTo>
                  <a:cubicBezTo>
                    <a:pt x="18128" y="740"/>
                    <a:pt x="18279" y="911"/>
                    <a:pt x="18279" y="1100"/>
                  </a:cubicBezTo>
                  <a:lnTo>
                    <a:pt x="18279" y="11605"/>
                  </a:lnTo>
                  <a:lnTo>
                    <a:pt x="17426" y="11605"/>
                  </a:lnTo>
                  <a:lnTo>
                    <a:pt x="17426" y="1859"/>
                  </a:lnTo>
                  <a:cubicBezTo>
                    <a:pt x="17426" y="1650"/>
                    <a:pt x="17274" y="1480"/>
                    <a:pt x="17066" y="1480"/>
                  </a:cubicBezTo>
                  <a:lnTo>
                    <a:pt x="1954" y="1480"/>
                  </a:lnTo>
                  <a:cubicBezTo>
                    <a:pt x="1764" y="1480"/>
                    <a:pt x="1593" y="1650"/>
                    <a:pt x="1593" y="1859"/>
                  </a:cubicBezTo>
                  <a:lnTo>
                    <a:pt x="1593" y="11605"/>
                  </a:lnTo>
                  <a:lnTo>
                    <a:pt x="740" y="11605"/>
                  </a:lnTo>
                  <a:lnTo>
                    <a:pt x="740" y="1100"/>
                  </a:lnTo>
                  <a:cubicBezTo>
                    <a:pt x="740" y="911"/>
                    <a:pt x="911" y="740"/>
                    <a:pt x="1100" y="740"/>
                  </a:cubicBezTo>
                  <a:close/>
                  <a:moveTo>
                    <a:pt x="18279" y="12344"/>
                  </a:moveTo>
                  <a:lnTo>
                    <a:pt x="18279" y="14184"/>
                  </a:lnTo>
                  <a:cubicBezTo>
                    <a:pt x="18279" y="14392"/>
                    <a:pt x="18128" y="14563"/>
                    <a:pt x="17919" y="14563"/>
                  </a:cubicBezTo>
                  <a:lnTo>
                    <a:pt x="1100" y="14563"/>
                  </a:lnTo>
                  <a:cubicBezTo>
                    <a:pt x="911" y="14563"/>
                    <a:pt x="740" y="14392"/>
                    <a:pt x="740" y="14184"/>
                  </a:cubicBezTo>
                  <a:lnTo>
                    <a:pt x="740" y="12344"/>
                  </a:lnTo>
                  <a:close/>
                  <a:moveTo>
                    <a:pt x="10638" y="15321"/>
                  </a:moveTo>
                  <a:lnTo>
                    <a:pt x="10638" y="15682"/>
                  </a:lnTo>
                  <a:cubicBezTo>
                    <a:pt x="10619" y="16080"/>
                    <a:pt x="10752" y="16478"/>
                    <a:pt x="10998" y="16800"/>
                  </a:cubicBezTo>
                  <a:lnTo>
                    <a:pt x="8021" y="16800"/>
                  </a:lnTo>
                  <a:cubicBezTo>
                    <a:pt x="8268" y="16478"/>
                    <a:pt x="8401" y="16080"/>
                    <a:pt x="8401" y="15682"/>
                  </a:cubicBezTo>
                  <a:lnTo>
                    <a:pt x="8401" y="15321"/>
                  </a:lnTo>
                  <a:close/>
                  <a:moveTo>
                    <a:pt x="12496" y="17540"/>
                  </a:moveTo>
                  <a:cubicBezTo>
                    <a:pt x="12951" y="17540"/>
                    <a:pt x="13387" y="17843"/>
                    <a:pt x="13539" y="18279"/>
                  </a:cubicBezTo>
                  <a:lnTo>
                    <a:pt x="5480" y="18279"/>
                  </a:lnTo>
                  <a:cubicBezTo>
                    <a:pt x="5632" y="17843"/>
                    <a:pt x="6068" y="17540"/>
                    <a:pt x="6542" y="17540"/>
                  </a:cubicBezTo>
                  <a:close/>
                  <a:moveTo>
                    <a:pt x="1100" y="1"/>
                  </a:moveTo>
                  <a:cubicBezTo>
                    <a:pt x="494" y="1"/>
                    <a:pt x="1" y="494"/>
                    <a:pt x="1" y="1100"/>
                  </a:cubicBezTo>
                  <a:lnTo>
                    <a:pt x="1" y="14203"/>
                  </a:lnTo>
                  <a:cubicBezTo>
                    <a:pt x="1" y="14809"/>
                    <a:pt x="494" y="15321"/>
                    <a:pt x="1100" y="15321"/>
                  </a:cubicBezTo>
                  <a:lnTo>
                    <a:pt x="7661" y="15321"/>
                  </a:lnTo>
                  <a:lnTo>
                    <a:pt x="7661" y="15682"/>
                  </a:lnTo>
                  <a:cubicBezTo>
                    <a:pt x="7642" y="16307"/>
                    <a:pt x="7149" y="16800"/>
                    <a:pt x="6542" y="16800"/>
                  </a:cubicBezTo>
                  <a:cubicBezTo>
                    <a:pt x="5518" y="16800"/>
                    <a:pt x="4684" y="17635"/>
                    <a:pt x="4684" y="18659"/>
                  </a:cubicBezTo>
                  <a:cubicBezTo>
                    <a:pt x="4684" y="18867"/>
                    <a:pt x="4836" y="19038"/>
                    <a:pt x="5044" y="19038"/>
                  </a:cubicBezTo>
                  <a:lnTo>
                    <a:pt x="13975" y="19038"/>
                  </a:lnTo>
                  <a:cubicBezTo>
                    <a:pt x="14184" y="19038"/>
                    <a:pt x="14354" y="18867"/>
                    <a:pt x="14354" y="18659"/>
                  </a:cubicBezTo>
                  <a:cubicBezTo>
                    <a:pt x="14354" y="17635"/>
                    <a:pt x="13520" y="16800"/>
                    <a:pt x="12496" y="16800"/>
                  </a:cubicBezTo>
                  <a:cubicBezTo>
                    <a:pt x="11870" y="16800"/>
                    <a:pt x="11377" y="16307"/>
                    <a:pt x="11377" y="15682"/>
                  </a:cubicBezTo>
                  <a:lnTo>
                    <a:pt x="11377" y="15321"/>
                  </a:lnTo>
                  <a:lnTo>
                    <a:pt x="17919" y="15321"/>
                  </a:lnTo>
                  <a:cubicBezTo>
                    <a:pt x="18526" y="15321"/>
                    <a:pt x="19038" y="14809"/>
                    <a:pt x="19038" y="14203"/>
                  </a:cubicBezTo>
                  <a:lnTo>
                    <a:pt x="19038" y="1100"/>
                  </a:lnTo>
                  <a:cubicBezTo>
                    <a:pt x="19038" y="494"/>
                    <a:pt x="18526" y="1"/>
                    <a:pt x="1791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25" name="Google Shape;525;p31">
              <a:extLst>
                <a:ext uri="{FF2B5EF4-FFF2-40B4-BE49-F238E27FC236}">
                  <a16:creationId xmlns:a16="http://schemas.microsoft.com/office/drawing/2014/main" id="{551C0864-A7FB-38E3-FEED-5453BD9013DB}"/>
                </a:ext>
              </a:extLst>
            </p:cNvPr>
            <p:cNvSpPr/>
            <p:nvPr/>
          </p:nvSpPr>
          <p:spPr>
            <a:xfrm>
              <a:off x="1642588" y="4346575"/>
              <a:ext cx="92925" cy="111900"/>
            </a:xfrm>
            <a:custGeom>
              <a:avLst/>
              <a:gdLst/>
              <a:ahLst/>
              <a:cxnLst/>
              <a:rect l="l" t="t" r="r" b="b"/>
              <a:pathLst>
                <a:path w="3717" h="4476" extrusionOk="0">
                  <a:moveTo>
                    <a:pt x="2977" y="759"/>
                  </a:moveTo>
                  <a:lnTo>
                    <a:pt x="2977" y="3736"/>
                  </a:lnTo>
                  <a:lnTo>
                    <a:pt x="740" y="3736"/>
                  </a:lnTo>
                  <a:lnTo>
                    <a:pt x="740" y="759"/>
                  </a:lnTo>
                  <a:close/>
                  <a:moveTo>
                    <a:pt x="379" y="1"/>
                  </a:moveTo>
                  <a:cubicBezTo>
                    <a:pt x="171" y="1"/>
                    <a:pt x="0" y="171"/>
                    <a:pt x="0" y="380"/>
                  </a:cubicBezTo>
                  <a:lnTo>
                    <a:pt x="0" y="4096"/>
                  </a:lnTo>
                  <a:cubicBezTo>
                    <a:pt x="0" y="4305"/>
                    <a:pt x="171" y="4476"/>
                    <a:pt x="379" y="4476"/>
                  </a:cubicBezTo>
                  <a:lnTo>
                    <a:pt x="3356" y="4476"/>
                  </a:lnTo>
                  <a:cubicBezTo>
                    <a:pt x="3565" y="4476"/>
                    <a:pt x="3717" y="4305"/>
                    <a:pt x="3717" y="4096"/>
                  </a:cubicBezTo>
                  <a:lnTo>
                    <a:pt x="3717" y="380"/>
                  </a:lnTo>
                  <a:cubicBezTo>
                    <a:pt x="3717" y="171"/>
                    <a:pt x="3565" y="1"/>
                    <a:pt x="335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26" name="Google Shape;526;p31">
              <a:extLst>
                <a:ext uri="{FF2B5EF4-FFF2-40B4-BE49-F238E27FC236}">
                  <a16:creationId xmlns:a16="http://schemas.microsoft.com/office/drawing/2014/main" id="{FB876266-FE68-AD37-144F-42E438150B56}"/>
                </a:ext>
              </a:extLst>
            </p:cNvPr>
            <p:cNvSpPr/>
            <p:nvPr/>
          </p:nvSpPr>
          <p:spPr>
            <a:xfrm>
              <a:off x="1753988" y="4346575"/>
              <a:ext cx="93400" cy="111900"/>
            </a:xfrm>
            <a:custGeom>
              <a:avLst/>
              <a:gdLst/>
              <a:ahLst/>
              <a:cxnLst/>
              <a:rect l="l" t="t" r="r" b="b"/>
              <a:pathLst>
                <a:path w="3736" h="4476" extrusionOk="0">
                  <a:moveTo>
                    <a:pt x="2996" y="759"/>
                  </a:moveTo>
                  <a:lnTo>
                    <a:pt x="2996" y="3736"/>
                  </a:lnTo>
                  <a:lnTo>
                    <a:pt x="759" y="3736"/>
                  </a:lnTo>
                  <a:lnTo>
                    <a:pt x="759" y="759"/>
                  </a:lnTo>
                  <a:close/>
                  <a:moveTo>
                    <a:pt x="379" y="1"/>
                  </a:moveTo>
                  <a:cubicBezTo>
                    <a:pt x="171" y="1"/>
                    <a:pt x="19" y="171"/>
                    <a:pt x="19" y="380"/>
                  </a:cubicBezTo>
                  <a:lnTo>
                    <a:pt x="19" y="4096"/>
                  </a:lnTo>
                  <a:cubicBezTo>
                    <a:pt x="0" y="4305"/>
                    <a:pt x="171" y="4476"/>
                    <a:pt x="379" y="4476"/>
                  </a:cubicBezTo>
                  <a:lnTo>
                    <a:pt x="3356" y="4476"/>
                  </a:lnTo>
                  <a:cubicBezTo>
                    <a:pt x="3565" y="4476"/>
                    <a:pt x="3735" y="4305"/>
                    <a:pt x="3735" y="4096"/>
                  </a:cubicBezTo>
                  <a:lnTo>
                    <a:pt x="3735" y="380"/>
                  </a:lnTo>
                  <a:cubicBezTo>
                    <a:pt x="3735" y="171"/>
                    <a:pt x="3565" y="1"/>
                    <a:pt x="335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27" name="Google Shape;527;p31">
              <a:extLst>
                <a:ext uri="{FF2B5EF4-FFF2-40B4-BE49-F238E27FC236}">
                  <a16:creationId xmlns:a16="http://schemas.microsoft.com/office/drawing/2014/main" id="{14775B72-B300-42AB-8CD3-DD6D9BB381F9}"/>
                </a:ext>
              </a:extLst>
            </p:cNvPr>
            <p:cNvSpPr/>
            <p:nvPr/>
          </p:nvSpPr>
          <p:spPr>
            <a:xfrm>
              <a:off x="1865838" y="4346575"/>
              <a:ext cx="92950" cy="111900"/>
            </a:xfrm>
            <a:custGeom>
              <a:avLst/>
              <a:gdLst/>
              <a:ahLst/>
              <a:cxnLst/>
              <a:rect l="l" t="t" r="r" b="b"/>
              <a:pathLst>
                <a:path w="3718" h="4476" extrusionOk="0">
                  <a:moveTo>
                    <a:pt x="2978" y="759"/>
                  </a:moveTo>
                  <a:lnTo>
                    <a:pt x="2978" y="3736"/>
                  </a:lnTo>
                  <a:lnTo>
                    <a:pt x="740" y="3736"/>
                  </a:lnTo>
                  <a:lnTo>
                    <a:pt x="740" y="759"/>
                  </a:lnTo>
                  <a:close/>
                  <a:moveTo>
                    <a:pt x="380" y="1"/>
                  </a:moveTo>
                  <a:cubicBezTo>
                    <a:pt x="172" y="1"/>
                    <a:pt x="1" y="171"/>
                    <a:pt x="1" y="380"/>
                  </a:cubicBezTo>
                  <a:lnTo>
                    <a:pt x="1" y="4096"/>
                  </a:lnTo>
                  <a:cubicBezTo>
                    <a:pt x="1" y="4305"/>
                    <a:pt x="172" y="4476"/>
                    <a:pt x="380" y="4476"/>
                  </a:cubicBezTo>
                  <a:lnTo>
                    <a:pt x="3357" y="4476"/>
                  </a:lnTo>
                  <a:cubicBezTo>
                    <a:pt x="3547" y="4476"/>
                    <a:pt x="3717" y="4305"/>
                    <a:pt x="3717" y="4096"/>
                  </a:cubicBezTo>
                  <a:lnTo>
                    <a:pt x="3717" y="380"/>
                  </a:lnTo>
                  <a:cubicBezTo>
                    <a:pt x="3717" y="171"/>
                    <a:pt x="3547" y="1"/>
                    <a:pt x="335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28" name="Google Shape;528;p31">
              <a:extLst>
                <a:ext uri="{FF2B5EF4-FFF2-40B4-BE49-F238E27FC236}">
                  <a16:creationId xmlns:a16="http://schemas.microsoft.com/office/drawing/2014/main" id="{C2AEFF72-D231-1DC8-6136-42ADBBFEA1B7}"/>
                </a:ext>
              </a:extLst>
            </p:cNvPr>
            <p:cNvSpPr/>
            <p:nvPr/>
          </p:nvSpPr>
          <p:spPr>
            <a:xfrm>
              <a:off x="1639738" y="4476950"/>
              <a:ext cx="99100" cy="18500"/>
            </a:xfrm>
            <a:custGeom>
              <a:avLst/>
              <a:gdLst/>
              <a:ahLst/>
              <a:cxnLst/>
              <a:rect l="l" t="t" r="r" b="b"/>
              <a:pathLst>
                <a:path w="3964" h="740" extrusionOk="0">
                  <a:moveTo>
                    <a:pt x="493" y="0"/>
                  </a:moveTo>
                  <a:cubicBezTo>
                    <a:pt x="0" y="0"/>
                    <a:pt x="0" y="740"/>
                    <a:pt x="493" y="740"/>
                  </a:cubicBezTo>
                  <a:lnTo>
                    <a:pt x="3470" y="740"/>
                  </a:lnTo>
                  <a:cubicBezTo>
                    <a:pt x="3963" y="740"/>
                    <a:pt x="3963" y="0"/>
                    <a:pt x="347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29" name="Google Shape;529;p31">
              <a:extLst>
                <a:ext uri="{FF2B5EF4-FFF2-40B4-BE49-F238E27FC236}">
                  <a16:creationId xmlns:a16="http://schemas.microsoft.com/office/drawing/2014/main" id="{E006FE59-35CE-43C6-B80B-65494CD8C44C}"/>
                </a:ext>
              </a:extLst>
            </p:cNvPr>
            <p:cNvSpPr/>
            <p:nvPr/>
          </p:nvSpPr>
          <p:spPr>
            <a:xfrm>
              <a:off x="1751138" y="4476950"/>
              <a:ext cx="99100" cy="18500"/>
            </a:xfrm>
            <a:custGeom>
              <a:avLst/>
              <a:gdLst/>
              <a:ahLst/>
              <a:cxnLst/>
              <a:rect l="l" t="t" r="r" b="b"/>
              <a:pathLst>
                <a:path w="3964" h="740" extrusionOk="0">
                  <a:moveTo>
                    <a:pt x="493" y="0"/>
                  </a:moveTo>
                  <a:cubicBezTo>
                    <a:pt x="0" y="0"/>
                    <a:pt x="0" y="740"/>
                    <a:pt x="493" y="740"/>
                  </a:cubicBezTo>
                  <a:lnTo>
                    <a:pt x="3470" y="740"/>
                  </a:lnTo>
                  <a:cubicBezTo>
                    <a:pt x="3963" y="740"/>
                    <a:pt x="3963" y="0"/>
                    <a:pt x="347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30" name="Google Shape;530;p31">
              <a:extLst>
                <a:ext uri="{FF2B5EF4-FFF2-40B4-BE49-F238E27FC236}">
                  <a16:creationId xmlns:a16="http://schemas.microsoft.com/office/drawing/2014/main" id="{C3EFA81E-36B3-62E5-5A27-A9720F9E31CD}"/>
                </a:ext>
              </a:extLst>
            </p:cNvPr>
            <p:cNvSpPr/>
            <p:nvPr/>
          </p:nvSpPr>
          <p:spPr>
            <a:xfrm>
              <a:off x="1862538" y="4476950"/>
              <a:ext cx="99575" cy="18500"/>
            </a:xfrm>
            <a:custGeom>
              <a:avLst/>
              <a:gdLst/>
              <a:ahLst/>
              <a:cxnLst/>
              <a:rect l="l" t="t" r="r" b="b"/>
              <a:pathLst>
                <a:path w="3983" h="740" extrusionOk="0">
                  <a:moveTo>
                    <a:pt x="512" y="0"/>
                  </a:moveTo>
                  <a:cubicBezTo>
                    <a:pt x="0" y="0"/>
                    <a:pt x="0" y="740"/>
                    <a:pt x="512" y="740"/>
                  </a:cubicBezTo>
                  <a:lnTo>
                    <a:pt x="3489" y="740"/>
                  </a:lnTo>
                  <a:cubicBezTo>
                    <a:pt x="3982" y="740"/>
                    <a:pt x="3982" y="0"/>
                    <a:pt x="348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31" name="Google Shape;531;p31">
              <a:extLst>
                <a:ext uri="{FF2B5EF4-FFF2-40B4-BE49-F238E27FC236}">
                  <a16:creationId xmlns:a16="http://schemas.microsoft.com/office/drawing/2014/main" id="{AEB716E1-C212-3461-EBC8-7BBB1BA1C526}"/>
                </a:ext>
              </a:extLst>
            </p:cNvPr>
            <p:cNvSpPr/>
            <p:nvPr/>
          </p:nvSpPr>
          <p:spPr>
            <a:xfrm>
              <a:off x="1751138" y="4575525"/>
              <a:ext cx="62125" cy="18525"/>
            </a:xfrm>
            <a:custGeom>
              <a:avLst/>
              <a:gdLst/>
              <a:ahLst/>
              <a:cxnLst/>
              <a:rect l="l" t="t" r="r" b="b"/>
              <a:pathLst>
                <a:path w="2485" h="741" extrusionOk="0">
                  <a:moveTo>
                    <a:pt x="493" y="1"/>
                  </a:moveTo>
                  <a:cubicBezTo>
                    <a:pt x="0" y="1"/>
                    <a:pt x="0" y="740"/>
                    <a:pt x="493" y="740"/>
                  </a:cubicBezTo>
                  <a:lnTo>
                    <a:pt x="1991" y="740"/>
                  </a:lnTo>
                  <a:cubicBezTo>
                    <a:pt x="2484" y="740"/>
                    <a:pt x="2484" y="1"/>
                    <a:pt x="199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</p:grpSp>
      <p:sp>
        <p:nvSpPr>
          <p:cNvPr id="542" name="Google Shape;542;p31">
            <a:extLst>
              <a:ext uri="{FF2B5EF4-FFF2-40B4-BE49-F238E27FC236}">
                <a16:creationId xmlns:a16="http://schemas.microsoft.com/office/drawing/2014/main" id="{F2114C3C-6FBF-6E45-CFCD-2326A5133C26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Lógica de Programación</a:t>
            </a:r>
          </a:p>
        </p:txBody>
      </p:sp>
      <p:sp>
        <p:nvSpPr>
          <p:cNvPr id="543" name="Google Shape;543;p31">
            <a:extLst>
              <a:ext uri="{FF2B5EF4-FFF2-40B4-BE49-F238E27FC236}">
                <a16:creationId xmlns:a16="http://schemas.microsoft.com/office/drawing/2014/main" id="{180F6327-9209-C758-4708-25CBCF4A1BF3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Esteban Rojas Tobar</a:t>
            </a:r>
          </a:p>
        </p:txBody>
      </p:sp>
      <p:sp>
        <p:nvSpPr>
          <p:cNvPr id="544" name="Google Shape;544;p31">
            <a:extLst>
              <a:ext uri="{FF2B5EF4-FFF2-40B4-BE49-F238E27FC236}">
                <a16:creationId xmlns:a16="http://schemas.microsoft.com/office/drawing/2014/main" id="{7A3541E4-5E0A-594C-0D84-C6052444BB26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UIDE</a:t>
            </a:r>
          </a:p>
        </p:txBody>
      </p:sp>
      <p:grpSp>
        <p:nvGrpSpPr>
          <p:cNvPr id="545" name="Google Shape;545;p31">
            <a:extLst>
              <a:ext uri="{FF2B5EF4-FFF2-40B4-BE49-F238E27FC236}">
                <a16:creationId xmlns:a16="http://schemas.microsoft.com/office/drawing/2014/main" id="{AAB60258-0516-E2FE-60B8-C0FBA35CE612}"/>
              </a:ext>
            </a:extLst>
          </p:cNvPr>
          <p:cNvGrpSpPr/>
          <p:nvPr/>
        </p:nvGrpSpPr>
        <p:grpSpPr>
          <a:xfrm>
            <a:off x="1614876" y="1364434"/>
            <a:ext cx="506092" cy="426611"/>
            <a:chOff x="1665363" y="1706700"/>
            <a:chExt cx="578325" cy="487500"/>
          </a:xfrm>
        </p:grpSpPr>
        <p:sp>
          <p:nvSpPr>
            <p:cNvPr id="546" name="Google Shape;546;p31">
              <a:extLst>
                <a:ext uri="{FF2B5EF4-FFF2-40B4-BE49-F238E27FC236}">
                  <a16:creationId xmlns:a16="http://schemas.microsoft.com/office/drawing/2014/main" id="{7D54E0F8-3E9E-9264-DA36-93AAD3296A58}"/>
                </a:ext>
              </a:extLst>
            </p:cNvPr>
            <p:cNvSpPr/>
            <p:nvPr/>
          </p:nvSpPr>
          <p:spPr>
            <a:xfrm flipH="1">
              <a:off x="2174988" y="1706700"/>
              <a:ext cx="68700" cy="487500"/>
            </a:xfrm>
            <a:prstGeom prst="leftBracket">
              <a:avLst>
                <a:gd name="adj" fmla="val 0"/>
              </a:avLst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47" name="Google Shape;547;p31">
              <a:extLst>
                <a:ext uri="{FF2B5EF4-FFF2-40B4-BE49-F238E27FC236}">
                  <a16:creationId xmlns:a16="http://schemas.microsoft.com/office/drawing/2014/main" id="{B82A226B-2D84-249D-4910-38F9085B3672}"/>
                </a:ext>
              </a:extLst>
            </p:cNvPr>
            <p:cNvSpPr/>
            <p:nvPr/>
          </p:nvSpPr>
          <p:spPr>
            <a:xfrm>
              <a:off x="1665363" y="1706700"/>
              <a:ext cx="68700" cy="487500"/>
            </a:xfrm>
            <a:prstGeom prst="leftBracket">
              <a:avLst>
                <a:gd name="adj" fmla="val 0"/>
              </a:avLst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</p:grpSp>
      <p:grpSp>
        <p:nvGrpSpPr>
          <p:cNvPr id="551" name="Google Shape;551;p31">
            <a:extLst>
              <a:ext uri="{FF2B5EF4-FFF2-40B4-BE49-F238E27FC236}">
                <a16:creationId xmlns:a16="http://schemas.microsoft.com/office/drawing/2014/main" id="{95F99F16-06CB-37A3-56E3-DBB59E811D6D}"/>
              </a:ext>
            </a:extLst>
          </p:cNvPr>
          <p:cNvGrpSpPr/>
          <p:nvPr/>
        </p:nvGrpSpPr>
        <p:grpSpPr>
          <a:xfrm>
            <a:off x="1337875" y="1956175"/>
            <a:ext cx="3471025" cy="1978688"/>
            <a:chOff x="1337875" y="1956175"/>
            <a:chExt cx="3471025" cy="1978688"/>
          </a:xfrm>
        </p:grpSpPr>
        <p:cxnSp>
          <p:nvCxnSpPr>
            <p:cNvPr id="552" name="Google Shape;552;p31">
              <a:extLst>
                <a:ext uri="{FF2B5EF4-FFF2-40B4-BE49-F238E27FC236}">
                  <a16:creationId xmlns:a16="http://schemas.microsoft.com/office/drawing/2014/main" id="{DA3CC423-2843-3D19-44FF-26A06F236E55}"/>
                </a:ext>
              </a:extLst>
            </p:cNvPr>
            <p:cNvCxnSpPr/>
            <p:nvPr/>
          </p:nvCxnSpPr>
          <p:spPr>
            <a:xfrm>
              <a:off x="1337875" y="3203163"/>
              <a:ext cx="0" cy="7317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553" name="Google Shape;553;p31">
              <a:extLst>
                <a:ext uri="{FF2B5EF4-FFF2-40B4-BE49-F238E27FC236}">
                  <a16:creationId xmlns:a16="http://schemas.microsoft.com/office/drawing/2014/main" id="{1A537694-11FE-B568-B74A-7A467070504D}"/>
                </a:ext>
              </a:extLst>
            </p:cNvPr>
            <p:cNvSpPr txBox="1"/>
            <p:nvPr/>
          </p:nvSpPr>
          <p:spPr>
            <a:xfrm>
              <a:off x="4302800" y="195617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800" noProof="0" dirty="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</a:p>
          </p:txBody>
        </p:sp>
      </p:grpSp>
      <p:grpSp>
        <p:nvGrpSpPr>
          <p:cNvPr id="554" name="Google Shape;554;p31">
            <a:extLst>
              <a:ext uri="{FF2B5EF4-FFF2-40B4-BE49-F238E27FC236}">
                <a16:creationId xmlns:a16="http://schemas.microsoft.com/office/drawing/2014/main" id="{E3F769EB-E3EA-68FA-4864-A6504ECD733F}"/>
              </a:ext>
            </a:extLst>
          </p:cNvPr>
          <p:cNvGrpSpPr/>
          <p:nvPr/>
        </p:nvGrpSpPr>
        <p:grpSpPr>
          <a:xfrm>
            <a:off x="1084825" y="1208049"/>
            <a:ext cx="506100" cy="1366863"/>
            <a:chOff x="1084825" y="3203163"/>
            <a:chExt cx="506100" cy="1366863"/>
          </a:xfrm>
        </p:grpSpPr>
        <p:cxnSp>
          <p:nvCxnSpPr>
            <p:cNvPr id="555" name="Google Shape;555;p31">
              <a:extLst>
                <a:ext uri="{FF2B5EF4-FFF2-40B4-BE49-F238E27FC236}">
                  <a16:creationId xmlns:a16="http://schemas.microsoft.com/office/drawing/2014/main" id="{C554721F-63EA-80FE-F0D8-3450B2979AFE}"/>
                </a:ext>
              </a:extLst>
            </p:cNvPr>
            <p:cNvCxnSpPr/>
            <p:nvPr/>
          </p:nvCxnSpPr>
          <p:spPr>
            <a:xfrm>
              <a:off x="1337875" y="3203163"/>
              <a:ext cx="0" cy="7317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556" name="Google Shape;556;p31">
              <a:extLst>
                <a:ext uri="{FF2B5EF4-FFF2-40B4-BE49-F238E27FC236}">
                  <a16:creationId xmlns:a16="http://schemas.microsoft.com/office/drawing/2014/main" id="{F40A73F7-3A88-93AA-BAD8-8B80699A9E1D}"/>
                </a:ext>
              </a:extLst>
            </p:cNvPr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800" noProof="0" dirty="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</a:p>
          </p:txBody>
        </p:sp>
      </p:grpSp>
      <p:sp>
        <p:nvSpPr>
          <p:cNvPr id="2" name="Google Shape;514;p31">
            <a:extLst>
              <a:ext uri="{FF2B5EF4-FFF2-40B4-BE49-F238E27FC236}">
                <a16:creationId xmlns:a16="http://schemas.microsoft.com/office/drawing/2014/main" id="{2FD9B048-E90E-3469-E3B3-5DC1F311A59F}"/>
              </a:ext>
            </a:extLst>
          </p:cNvPr>
          <p:cNvSpPr txBox="1">
            <a:spLocks/>
          </p:cNvSpPr>
          <p:nvPr/>
        </p:nvSpPr>
        <p:spPr>
          <a:xfrm>
            <a:off x="4688688" y="1993944"/>
            <a:ext cx="2210200" cy="5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r>
              <a:rPr lang="es-ES" sz="1400" noProof="0" dirty="0">
                <a:solidFill>
                  <a:schemeClr val="accent2"/>
                </a:solidFill>
              </a:rPr>
              <a:t>De acción o flujo</a:t>
            </a:r>
            <a:r>
              <a:rPr lang="es-ES" sz="1400" noProof="0" dirty="0">
                <a:solidFill>
                  <a:schemeClr val="lt1"/>
                </a:solidFill>
              </a:rPr>
              <a:t> </a:t>
            </a:r>
            <a:r>
              <a:rPr lang="es-ES" sz="1400" noProof="0" dirty="0">
                <a:solidFill>
                  <a:schemeClr val="accent6"/>
                </a:solidFill>
              </a:rPr>
              <a:t>{</a:t>
            </a:r>
          </a:p>
        </p:txBody>
      </p:sp>
      <p:sp>
        <p:nvSpPr>
          <p:cNvPr id="3" name="Google Shape;513;p31">
            <a:extLst>
              <a:ext uri="{FF2B5EF4-FFF2-40B4-BE49-F238E27FC236}">
                <a16:creationId xmlns:a16="http://schemas.microsoft.com/office/drawing/2014/main" id="{BDBC0A07-13B5-E6DD-0328-F4EA1BB390E0}"/>
              </a:ext>
            </a:extLst>
          </p:cNvPr>
          <p:cNvSpPr txBox="1">
            <a:spLocks/>
          </p:cNvSpPr>
          <p:nvPr/>
        </p:nvSpPr>
        <p:spPr>
          <a:xfrm>
            <a:off x="4555850" y="2524644"/>
            <a:ext cx="2212904" cy="420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r>
              <a:rPr lang="es-ES" noProof="0" dirty="0"/>
              <a:t>&lt; Vista dinámica &gt;</a:t>
            </a:r>
          </a:p>
        </p:txBody>
      </p:sp>
      <p:pic>
        <p:nvPicPr>
          <p:cNvPr id="4" name="Imagen 3" descr="Diagramas funcionales de bloques: Definición, ejemplos y la ...">
            <a:extLst>
              <a:ext uri="{FF2B5EF4-FFF2-40B4-BE49-F238E27FC236}">
                <a16:creationId xmlns:a16="http://schemas.microsoft.com/office/drawing/2014/main" id="{6DA04C43-147E-B4C1-FE3F-8822B24D2E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7024" y="2902350"/>
            <a:ext cx="2158021" cy="161991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5CE3864-24B6-1C3E-9C21-70F21C138BF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4008" y="2991795"/>
            <a:ext cx="1162714" cy="158576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5754633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1">
          <a:extLst>
            <a:ext uri="{FF2B5EF4-FFF2-40B4-BE49-F238E27FC236}">
              <a16:creationId xmlns:a16="http://schemas.microsoft.com/office/drawing/2014/main" id="{B6F57D6E-0752-35DD-67C5-1383E101F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31">
            <a:extLst>
              <a:ext uri="{FF2B5EF4-FFF2-40B4-BE49-F238E27FC236}">
                <a16:creationId xmlns:a16="http://schemas.microsoft.com/office/drawing/2014/main" id="{6B8B6BCC-0950-F427-C1B4-6FCA9DEBF338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2240150" y="1151940"/>
            <a:ext cx="5137500" cy="7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&lt; Muestran cómo está construido el sistema &gt;</a:t>
            </a:r>
          </a:p>
        </p:txBody>
      </p:sp>
      <p:sp>
        <p:nvSpPr>
          <p:cNvPr id="513" name="Google Shape;513;p31">
            <a:extLst>
              <a:ext uri="{FF2B5EF4-FFF2-40B4-BE49-F238E27FC236}">
                <a16:creationId xmlns:a16="http://schemas.microsoft.com/office/drawing/2014/main" id="{AEF71B14-EEB4-145E-9286-43201D4E78E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300817" y="2538776"/>
            <a:ext cx="1489595" cy="42076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50" noProof="0" dirty="0"/>
              <a:t>&lt; Estructural &gt;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050" noProof="0" dirty="0"/>
              <a:t>&lt; Alto nivel &gt;</a:t>
            </a:r>
          </a:p>
        </p:txBody>
      </p:sp>
      <p:sp>
        <p:nvSpPr>
          <p:cNvPr id="514" name="Google Shape;514;p31">
            <a:extLst>
              <a:ext uri="{FF2B5EF4-FFF2-40B4-BE49-F238E27FC236}">
                <a16:creationId xmlns:a16="http://schemas.microsoft.com/office/drawing/2014/main" id="{996B754D-15D4-8239-480E-1594083E8DD7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1518025" y="2008076"/>
            <a:ext cx="1489596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noProof="0" dirty="0">
                <a:solidFill>
                  <a:schemeClr val="accent2"/>
                </a:solidFill>
              </a:rPr>
              <a:t>De aplicación</a:t>
            </a:r>
            <a:r>
              <a:rPr lang="es-ES" sz="1100" noProof="0" dirty="0">
                <a:solidFill>
                  <a:schemeClr val="lt1"/>
                </a:solidFill>
              </a:rPr>
              <a:t> </a:t>
            </a:r>
            <a:r>
              <a:rPr lang="es-ES" sz="1100" noProof="0" dirty="0">
                <a:solidFill>
                  <a:schemeClr val="accent6"/>
                </a:solidFill>
              </a:rPr>
              <a:t>{</a:t>
            </a:r>
          </a:p>
        </p:txBody>
      </p:sp>
      <p:sp>
        <p:nvSpPr>
          <p:cNvPr id="515" name="Google Shape;515;p31">
            <a:extLst>
              <a:ext uri="{FF2B5EF4-FFF2-40B4-BE49-F238E27FC236}">
                <a16:creationId xmlns:a16="http://schemas.microsoft.com/office/drawing/2014/main" id="{144923C0-B4B7-4115-2864-F37F1818EC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43249" y="621240"/>
            <a:ext cx="6365237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Diagramas de arquitectura </a:t>
            </a:r>
            <a:r>
              <a:rPr lang="es-ES" noProof="0" dirty="0">
                <a:solidFill>
                  <a:schemeClr val="accent6"/>
                </a:solidFill>
              </a:rPr>
              <a:t>{</a:t>
            </a:r>
            <a:r>
              <a:rPr lang="es-ES" noProof="0" dirty="0"/>
              <a:t> </a:t>
            </a:r>
          </a:p>
        </p:txBody>
      </p:sp>
      <p:grpSp>
        <p:nvGrpSpPr>
          <p:cNvPr id="516" name="Google Shape;516;p31">
            <a:extLst>
              <a:ext uri="{FF2B5EF4-FFF2-40B4-BE49-F238E27FC236}">
                <a16:creationId xmlns:a16="http://schemas.microsoft.com/office/drawing/2014/main" id="{68ADF510-87E6-2974-E5BF-8DA4222EA1F6}"/>
              </a:ext>
            </a:extLst>
          </p:cNvPr>
          <p:cNvGrpSpPr/>
          <p:nvPr/>
        </p:nvGrpSpPr>
        <p:grpSpPr>
          <a:xfrm>
            <a:off x="1707884" y="1417701"/>
            <a:ext cx="320076" cy="320076"/>
            <a:chOff x="1562938" y="4248450"/>
            <a:chExt cx="475950" cy="475950"/>
          </a:xfrm>
        </p:grpSpPr>
        <p:sp>
          <p:nvSpPr>
            <p:cNvPr id="517" name="Google Shape;517;p31">
              <a:extLst>
                <a:ext uri="{FF2B5EF4-FFF2-40B4-BE49-F238E27FC236}">
                  <a16:creationId xmlns:a16="http://schemas.microsoft.com/office/drawing/2014/main" id="{2726FA63-D1AF-914E-EE1F-882505F54F94}"/>
                </a:ext>
              </a:extLst>
            </p:cNvPr>
            <p:cNvSpPr/>
            <p:nvPr/>
          </p:nvSpPr>
          <p:spPr>
            <a:xfrm>
              <a:off x="1571938" y="4257450"/>
              <a:ext cx="457475" cy="290150"/>
            </a:xfrm>
            <a:custGeom>
              <a:avLst/>
              <a:gdLst/>
              <a:ahLst/>
              <a:cxnLst/>
              <a:rect l="l" t="t" r="r" b="b"/>
              <a:pathLst>
                <a:path w="18299" h="11606" extrusionOk="0">
                  <a:moveTo>
                    <a:pt x="740" y="1"/>
                  </a:moveTo>
                  <a:cubicBezTo>
                    <a:pt x="342" y="1"/>
                    <a:pt x="1" y="342"/>
                    <a:pt x="1" y="740"/>
                  </a:cubicBezTo>
                  <a:lnTo>
                    <a:pt x="1" y="11605"/>
                  </a:lnTo>
                  <a:lnTo>
                    <a:pt x="18299" y="11605"/>
                  </a:lnTo>
                  <a:lnTo>
                    <a:pt x="18299" y="740"/>
                  </a:lnTo>
                  <a:cubicBezTo>
                    <a:pt x="18299" y="342"/>
                    <a:pt x="17976" y="1"/>
                    <a:pt x="17559" y="1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18" name="Google Shape;518;p31">
              <a:extLst>
                <a:ext uri="{FF2B5EF4-FFF2-40B4-BE49-F238E27FC236}">
                  <a16:creationId xmlns:a16="http://schemas.microsoft.com/office/drawing/2014/main" id="{DB199306-6AD2-6B5C-FA3A-438A3090D336}"/>
                </a:ext>
              </a:extLst>
            </p:cNvPr>
            <p:cNvSpPr/>
            <p:nvPr/>
          </p:nvSpPr>
          <p:spPr>
            <a:xfrm>
              <a:off x="1611763" y="4294900"/>
              <a:ext cx="377825" cy="252700"/>
            </a:xfrm>
            <a:custGeom>
              <a:avLst/>
              <a:gdLst/>
              <a:ahLst/>
              <a:cxnLst/>
              <a:rect l="l" t="t" r="r" b="b"/>
              <a:pathLst>
                <a:path w="15113" h="10108" extrusionOk="0">
                  <a:moveTo>
                    <a:pt x="1" y="1"/>
                  </a:moveTo>
                  <a:lnTo>
                    <a:pt x="1" y="10107"/>
                  </a:lnTo>
                  <a:lnTo>
                    <a:pt x="15113" y="10107"/>
                  </a:lnTo>
                  <a:lnTo>
                    <a:pt x="1511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19" name="Google Shape;519;p31">
              <a:extLst>
                <a:ext uri="{FF2B5EF4-FFF2-40B4-BE49-F238E27FC236}">
                  <a16:creationId xmlns:a16="http://schemas.microsoft.com/office/drawing/2014/main" id="{F3A9DEC9-BD97-CD5A-9AE5-C2B246D5190F}"/>
                </a:ext>
              </a:extLst>
            </p:cNvPr>
            <p:cNvSpPr/>
            <p:nvPr/>
          </p:nvSpPr>
          <p:spPr>
            <a:xfrm>
              <a:off x="1875338" y="4356050"/>
              <a:ext cx="73975" cy="92950"/>
            </a:xfrm>
            <a:custGeom>
              <a:avLst/>
              <a:gdLst/>
              <a:ahLst/>
              <a:cxnLst/>
              <a:rect l="l" t="t" r="r" b="b"/>
              <a:pathLst>
                <a:path w="2959" h="3718" extrusionOk="0">
                  <a:moveTo>
                    <a:pt x="0" y="1"/>
                  </a:moveTo>
                  <a:lnTo>
                    <a:pt x="0" y="3717"/>
                  </a:lnTo>
                  <a:lnTo>
                    <a:pt x="2958" y="3717"/>
                  </a:lnTo>
                  <a:lnTo>
                    <a:pt x="2958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20" name="Google Shape;520;p31">
              <a:extLst>
                <a:ext uri="{FF2B5EF4-FFF2-40B4-BE49-F238E27FC236}">
                  <a16:creationId xmlns:a16="http://schemas.microsoft.com/office/drawing/2014/main" id="{1A104896-A6B2-DB01-1906-B504044524E2}"/>
                </a:ext>
              </a:extLst>
            </p:cNvPr>
            <p:cNvSpPr/>
            <p:nvPr/>
          </p:nvSpPr>
          <p:spPr>
            <a:xfrm>
              <a:off x="1571938" y="4547575"/>
              <a:ext cx="457475" cy="167350"/>
            </a:xfrm>
            <a:custGeom>
              <a:avLst/>
              <a:gdLst/>
              <a:ahLst/>
              <a:cxnLst/>
              <a:rect l="l" t="t" r="r" b="b"/>
              <a:pathLst>
                <a:path w="18299" h="6694" extrusionOk="0">
                  <a:moveTo>
                    <a:pt x="1" y="0"/>
                  </a:moveTo>
                  <a:lnTo>
                    <a:pt x="1" y="2238"/>
                  </a:lnTo>
                  <a:cubicBezTo>
                    <a:pt x="1" y="2636"/>
                    <a:pt x="342" y="2977"/>
                    <a:pt x="740" y="2977"/>
                  </a:cubicBezTo>
                  <a:lnTo>
                    <a:pt x="7661" y="2977"/>
                  </a:lnTo>
                  <a:lnTo>
                    <a:pt x="7661" y="3717"/>
                  </a:lnTo>
                  <a:cubicBezTo>
                    <a:pt x="7661" y="4551"/>
                    <a:pt x="6998" y="5215"/>
                    <a:pt x="6182" y="5215"/>
                  </a:cubicBezTo>
                  <a:cubicBezTo>
                    <a:pt x="5348" y="5215"/>
                    <a:pt x="4684" y="5878"/>
                    <a:pt x="4684" y="6694"/>
                  </a:cubicBezTo>
                  <a:lnTo>
                    <a:pt x="13615" y="6694"/>
                  </a:lnTo>
                  <a:cubicBezTo>
                    <a:pt x="13615" y="5878"/>
                    <a:pt x="12952" y="5215"/>
                    <a:pt x="12136" y="5215"/>
                  </a:cubicBezTo>
                  <a:cubicBezTo>
                    <a:pt x="11302" y="5215"/>
                    <a:pt x="10638" y="4551"/>
                    <a:pt x="10638" y="3717"/>
                  </a:cubicBezTo>
                  <a:lnTo>
                    <a:pt x="10638" y="2977"/>
                  </a:lnTo>
                  <a:lnTo>
                    <a:pt x="17559" y="2977"/>
                  </a:lnTo>
                  <a:cubicBezTo>
                    <a:pt x="17976" y="2977"/>
                    <a:pt x="18299" y="2636"/>
                    <a:pt x="18299" y="2238"/>
                  </a:cubicBezTo>
                  <a:lnTo>
                    <a:pt x="1829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21" name="Google Shape;521;p31">
              <a:extLst>
                <a:ext uri="{FF2B5EF4-FFF2-40B4-BE49-F238E27FC236}">
                  <a16:creationId xmlns:a16="http://schemas.microsoft.com/office/drawing/2014/main" id="{CF37DA1F-7964-9E02-12D1-1BC6487EC6DF}"/>
                </a:ext>
              </a:extLst>
            </p:cNvPr>
            <p:cNvSpPr/>
            <p:nvPr/>
          </p:nvSpPr>
          <p:spPr>
            <a:xfrm>
              <a:off x="1763463" y="4356050"/>
              <a:ext cx="74450" cy="92950"/>
            </a:xfrm>
            <a:custGeom>
              <a:avLst/>
              <a:gdLst/>
              <a:ahLst/>
              <a:cxnLst/>
              <a:rect l="l" t="t" r="r" b="b"/>
              <a:pathLst>
                <a:path w="2978" h="3718" extrusionOk="0">
                  <a:moveTo>
                    <a:pt x="0" y="1"/>
                  </a:moveTo>
                  <a:lnTo>
                    <a:pt x="0" y="3717"/>
                  </a:lnTo>
                  <a:lnTo>
                    <a:pt x="2977" y="3717"/>
                  </a:lnTo>
                  <a:lnTo>
                    <a:pt x="2977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22" name="Google Shape;522;p31">
              <a:extLst>
                <a:ext uri="{FF2B5EF4-FFF2-40B4-BE49-F238E27FC236}">
                  <a16:creationId xmlns:a16="http://schemas.microsoft.com/office/drawing/2014/main" id="{F11F6A22-9BC9-9443-5007-AC41415DB030}"/>
                </a:ext>
              </a:extLst>
            </p:cNvPr>
            <p:cNvSpPr/>
            <p:nvPr/>
          </p:nvSpPr>
          <p:spPr>
            <a:xfrm>
              <a:off x="1652063" y="4356050"/>
              <a:ext cx="74450" cy="92950"/>
            </a:xfrm>
            <a:custGeom>
              <a:avLst/>
              <a:gdLst/>
              <a:ahLst/>
              <a:cxnLst/>
              <a:rect l="l" t="t" r="r" b="b"/>
              <a:pathLst>
                <a:path w="2978" h="3718" extrusionOk="0">
                  <a:moveTo>
                    <a:pt x="0" y="1"/>
                  </a:moveTo>
                  <a:lnTo>
                    <a:pt x="0" y="3717"/>
                  </a:lnTo>
                  <a:lnTo>
                    <a:pt x="2977" y="3717"/>
                  </a:lnTo>
                  <a:lnTo>
                    <a:pt x="2977" y="1"/>
                  </a:lnTo>
                  <a:close/>
                </a:path>
              </a:pathLst>
            </a:custGeom>
            <a:solidFill>
              <a:srgbClr val="E7E7E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23" name="Google Shape;523;p31">
              <a:extLst>
                <a:ext uri="{FF2B5EF4-FFF2-40B4-BE49-F238E27FC236}">
                  <a16:creationId xmlns:a16="http://schemas.microsoft.com/office/drawing/2014/main" id="{C137B042-625A-2144-3641-2D40968E2D27}"/>
                </a:ext>
              </a:extLst>
            </p:cNvPr>
            <p:cNvSpPr/>
            <p:nvPr/>
          </p:nvSpPr>
          <p:spPr>
            <a:xfrm>
              <a:off x="1828413" y="4575450"/>
              <a:ext cx="21825" cy="18600"/>
            </a:xfrm>
            <a:custGeom>
              <a:avLst/>
              <a:gdLst/>
              <a:ahLst/>
              <a:cxnLst/>
              <a:rect l="l" t="t" r="r" b="b"/>
              <a:pathLst>
                <a:path w="873" h="744" extrusionOk="0">
                  <a:moveTo>
                    <a:pt x="384" y="0"/>
                  </a:moveTo>
                  <a:cubicBezTo>
                    <a:pt x="198" y="0"/>
                    <a:pt x="19" y="148"/>
                    <a:pt x="19" y="364"/>
                  </a:cubicBezTo>
                  <a:cubicBezTo>
                    <a:pt x="0" y="573"/>
                    <a:pt x="171" y="743"/>
                    <a:pt x="379" y="743"/>
                  </a:cubicBezTo>
                  <a:cubicBezTo>
                    <a:pt x="721" y="743"/>
                    <a:pt x="872" y="345"/>
                    <a:pt x="645" y="118"/>
                  </a:cubicBezTo>
                  <a:cubicBezTo>
                    <a:pt x="570" y="36"/>
                    <a:pt x="476" y="0"/>
                    <a:pt x="384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24" name="Google Shape;524;p31">
              <a:extLst>
                <a:ext uri="{FF2B5EF4-FFF2-40B4-BE49-F238E27FC236}">
                  <a16:creationId xmlns:a16="http://schemas.microsoft.com/office/drawing/2014/main" id="{3417E434-FF23-4E4D-5141-1B440C817ADA}"/>
                </a:ext>
              </a:extLst>
            </p:cNvPr>
            <p:cNvSpPr/>
            <p:nvPr/>
          </p:nvSpPr>
          <p:spPr>
            <a:xfrm>
              <a:off x="1562938" y="4248450"/>
              <a:ext cx="475950" cy="475950"/>
            </a:xfrm>
            <a:custGeom>
              <a:avLst/>
              <a:gdLst/>
              <a:ahLst/>
              <a:cxnLst/>
              <a:rect l="l" t="t" r="r" b="b"/>
              <a:pathLst>
                <a:path w="19038" h="19038" extrusionOk="0">
                  <a:moveTo>
                    <a:pt x="16687" y="2219"/>
                  </a:moveTo>
                  <a:lnTo>
                    <a:pt x="16687" y="11605"/>
                  </a:lnTo>
                  <a:lnTo>
                    <a:pt x="2333" y="11605"/>
                  </a:lnTo>
                  <a:lnTo>
                    <a:pt x="2333" y="2219"/>
                  </a:lnTo>
                  <a:close/>
                  <a:moveTo>
                    <a:pt x="17919" y="740"/>
                  </a:moveTo>
                  <a:cubicBezTo>
                    <a:pt x="18128" y="740"/>
                    <a:pt x="18279" y="911"/>
                    <a:pt x="18279" y="1100"/>
                  </a:cubicBezTo>
                  <a:lnTo>
                    <a:pt x="18279" y="11605"/>
                  </a:lnTo>
                  <a:lnTo>
                    <a:pt x="17426" y="11605"/>
                  </a:lnTo>
                  <a:lnTo>
                    <a:pt x="17426" y="1859"/>
                  </a:lnTo>
                  <a:cubicBezTo>
                    <a:pt x="17426" y="1650"/>
                    <a:pt x="17274" y="1480"/>
                    <a:pt x="17066" y="1480"/>
                  </a:cubicBezTo>
                  <a:lnTo>
                    <a:pt x="1954" y="1480"/>
                  </a:lnTo>
                  <a:cubicBezTo>
                    <a:pt x="1764" y="1480"/>
                    <a:pt x="1593" y="1650"/>
                    <a:pt x="1593" y="1859"/>
                  </a:cubicBezTo>
                  <a:lnTo>
                    <a:pt x="1593" y="11605"/>
                  </a:lnTo>
                  <a:lnTo>
                    <a:pt x="740" y="11605"/>
                  </a:lnTo>
                  <a:lnTo>
                    <a:pt x="740" y="1100"/>
                  </a:lnTo>
                  <a:cubicBezTo>
                    <a:pt x="740" y="911"/>
                    <a:pt x="911" y="740"/>
                    <a:pt x="1100" y="740"/>
                  </a:cubicBezTo>
                  <a:close/>
                  <a:moveTo>
                    <a:pt x="18279" y="12344"/>
                  </a:moveTo>
                  <a:lnTo>
                    <a:pt x="18279" y="14184"/>
                  </a:lnTo>
                  <a:cubicBezTo>
                    <a:pt x="18279" y="14392"/>
                    <a:pt x="18128" y="14563"/>
                    <a:pt x="17919" y="14563"/>
                  </a:cubicBezTo>
                  <a:lnTo>
                    <a:pt x="1100" y="14563"/>
                  </a:lnTo>
                  <a:cubicBezTo>
                    <a:pt x="911" y="14563"/>
                    <a:pt x="740" y="14392"/>
                    <a:pt x="740" y="14184"/>
                  </a:cubicBezTo>
                  <a:lnTo>
                    <a:pt x="740" y="12344"/>
                  </a:lnTo>
                  <a:close/>
                  <a:moveTo>
                    <a:pt x="10638" y="15321"/>
                  </a:moveTo>
                  <a:lnTo>
                    <a:pt x="10638" y="15682"/>
                  </a:lnTo>
                  <a:cubicBezTo>
                    <a:pt x="10619" y="16080"/>
                    <a:pt x="10752" y="16478"/>
                    <a:pt x="10998" y="16800"/>
                  </a:cubicBezTo>
                  <a:lnTo>
                    <a:pt x="8021" y="16800"/>
                  </a:lnTo>
                  <a:cubicBezTo>
                    <a:pt x="8268" y="16478"/>
                    <a:pt x="8401" y="16080"/>
                    <a:pt x="8401" y="15682"/>
                  </a:cubicBezTo>
                  <a:lnTo>
                    <a:pt x="8401" y="15321"/>
                  </a:lnTo>
                  <a:close/>
                  <a:moveTo>
                    <a:pt x="12496" y="17540"/>
                  </a:moveTo>
                  <a:cubicBezTo>
                    <a:pt x="12951" y="17540"/>
                    <a:pt x="13387" y="17843"/>
                    <a:pt x="13539" y="18279"/>
                  </a:cubicBezTo>
                  <a:lnTo>
                    <a:pt x="5480" y="18279"/>
                  </a:lnTo>
                  <a:cubicBezTo>
                    <a:pt x="5632" y="17843"/>
                    <a:pt x="6068" y="17540"/>
                    <a:pt x="6542" y="17540"/>
                  </a:cubicBezTo>
                  <a:close/>
                  <a:moveTo>
                    <a:pt x="1100" y="1"/>
                  </a:moveTo>
                  <a:cubicBezTo>
                    <a:pt x="494" y="1"/>
                    <a:pt x="1" y="494"/>
                    <a:pt x="1" y="1100"/>
                  </a:cubicBezTo>
                  <a:lnTo>
                    <a:pt x="1" y="14203"/>
                  </a:lnTo>
                  <a:cubicBezTo>
                    <a:pt x="1" y="14809"/>
                    <a:pt x="494" y="15321"/>
                    <a:pt x="1100" y="15321"/>
                  </a:cubicBezTo>
                  <a:lnTo>
                    <a:pt x="7661" y="15321"/>
                  </a:lnTo>
                  <a:lnTo>
                    <a:pt x="7661" y="15682"/>
                  </a:lnTo>
                  <a:cubicBezTo>
                    <a:pt x="7642" y="16307"/>
                    <a:pt x="7149" y="16800"/>
                    <a:pt x="6542" y="16800"/>
                  </a:cubicBezTo>
                  <a:cubicBezTo>
                    <a:pt x="5518" y="16800"/>
                    <a:pt x="4684" y="17635"/>
                    <a:pt x="4684" y="18659"/>
                  </a:cubicBezTo>
                  <a:cubicBezTo>
                    <a:pt x="4684" y="18867"/>
                    <a:pt x="4836" y="19038"/>
                    <a:pt x="5044" y="19038"/>
                  </a:cubicBezTo>
                  <a:lnTo>
                    <a:pt x="13975" y="19038"/>
                  </a:lnTo>
                  <a:cubicBezTo>
                    <a:pt x="14184" y="19038"/>
                    <a:pt x="14354" y="18867"/>
                    <a:pt x="14354" y="18659"/>
                  </a:cubicBezTo>
                  <a:cubicBezTo>
                    <a:pt x="14354" y="17635"/>
                    <a:pt x="13520" y="16800"/>
                    <a:pt x="12496" y="16800"/>
                  </a:cubicBezTo>
                  <a:cubicBezTo>
                    <a:pt x="11870" y="16800"/>
                    <a:pt x="11377" y="16307"/>
                    <a:pt x="11377" y="15682"/>
                  </a:cubicBezTo>
                  <a:lnTo>
                    <a:pt x="11377" y="15321"/>
                  </a:lnTo>
                  <a:lnTo>
                    <a:pt x="17919" y="15321"/>
                  </a:lnTo>
                  <a:cubicBezTo>
                    <a:pt x="18526" y="15321"/>
                    <a:pt x="19038" y="14809"/>
                    <a:pt x="19038" y="14203"/>
                  </a:cubicBezTo>
                  <a:lnTo>
                    <a:pt x="19038" y="1100"/>
                  </a:lnTo>
                  <a:cubicBezTo>
                    <a:pt x="19038" y="494"/>
                    <a:pt x="18526" y="1"/>
                    <a:pt x="17919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25" name="Google Shape;525;p31">
              <a:extLst>
                <a:ext uri="{FF2B5EF4-FFF2-40B4-BE49-F238E27FC236}">
                  <a16:creationId xmlns:a16="http://schemas.microsoft.com/office/drawing/2014/main" id="{ED0F918D-8B38-BB7A-64E6-37C7008A5D7D}"/>
                </a:ext>
              </a:extLst>
            </p:cNvPr>
            <p:cNvSpPr/>
            <p:nvPr/>
          </p:nvSpPr>
          <p:spPr>
            <a:xfrm>
              <a:off x="1642588" y="4346575"/>
              <a:ext cx="92925" cy="111900"/>
            </a:xfrm>
            <a:custGeom>
              <a:avLst/>
              <a:gdLst/>
              <a:ahLst/>
              <a:cxnLst/>
              <a:rect l="l" t="t" r="r" b="b"/>
              <a:pathLst>
                <a:path w="3717" h="4476" extrusionOk="0">
                  <a:moveTo>
                    <a:pt x="2977" y="759"/>
                  </a:moveTo>
                  <a:lnTo>
                    <a:pt x="2977" y="3736"/>
                  </a:lnTo>
                  <a:lnTo>
                    <a:pt x="740" y="3736"/>
                  </a:lnTo>
                  <a:lnTo>
                    <a:pt x="740" y="759"/>
                  </a:lnTo>
                  <a:close/>
                  <a:moveTo>
                    <a:pt x="379" y="1"/>
                  </a:moveTo>
                  <a:cubicBezTo>
                    <a:pt x="171" y="1"/>
                    <a:pt x="0" y="171"/>
                    <a:pt x="0" y="380"/>
                  </a:cubicBezTo>
                  <a:lnTo>
                    <a:pt x="0" y="4096"/>
                  </a:lnTo>
                  <a:cubicBezTo>
                    <a:pt x="0" y="4305"/>
                    <a:pt x="171" y="4476"/>
                    <a:pt x="379" y="4476"/>
                  </a:cubicBezTo>
                  <a:lnTo>
                    <a:pt x="3356" y="4476"/>
                  </a:lnTo>
                  <a:cubicBezTo>
                    <a:pt x="3565" y="4476"/>
                    <a:pt x="3717" y="4305"/>
                    <a:pt x="3717" y="4096"/>
                  </a:cubicBezTo>
                  <a:lnTo>
                    <a:pt x="3717" y="380"/>
                  </a:lnTo>
                  <a:cubicBezTo>
                    <a:pt x="3717" y="171"/>
                    <a:pt x="3565" y="1"/>
                    <a:pt x="335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26" name="Google Shape;526;p31">
              <a:extLst>
                <a:ext uri="{FF2B5EF4-FFF2-40B4-BE49-F238E27FC236}">
                  <a16:creationId xmlns:a16="http://schemas.microsoft.com/office/drawing/2014/main" id="{84F00228-85AF-7669-3968-DCFC699802DE}"/>
                </a:ext>
              </a:extLst>
            </p:cNvPr>
            <p:cNvSpPr/>
            <p:nvPr/>
          </p:nvSpPr>
          <p:spPr>
            <a:xfrm>
              <a:off x="1753988" y="4346575"/>
              <a:ext cx="93400" cy="111900"/>
            </a:xfrm>
            <a:custGeom>
              <a:avLst/>
              <a:gdLst/>
              <a:ahLst/>
              <a:cxnLst/>
              <a:rect l="l" t="t" r="r" b="b"/>
              <a:pathLst>
                <a:path w="3736" h="4476" extrusionOk="0">
                  <a:moveTo>
                    <a:pt x="2996" y="759"/>
                  </a:moveTo>
                  <a:lnTo>
                    <a:pt x="2996" y="3736"/>
                  </a:lnTo>
                  <a:lnTo>
                    <a:pt x="759" y="3736"/>
                  </a:lnTo>
                  <a:lnTo>
                    <a:pt x="759" y="759"/>
                  </a:lnTo>
                  <a:close/>
                  <a:moveTo>
                    <a:pt x="379" y="1"/>
                  </a:moveTo>
                  <a:cubicBezTo>
                    <a:pt x="171" y="1"/>
                    <a:pt x="19" y="171"/>
                    <a:pt x="19" y="380"/>
                  </a:cubicBezTo>
                  <a:lnTo>
                    <a:pt x="19" y="4096"/>
                  </a:lnTo>
                  <a:cubicBezTo>
                    <a:pt x="0" y="4305"/>
                    <a:pt x="171" y="4476"/>
                    <a:pt x="379" y="4476"/>
                  </a:cubicBezTo>
                  <a:lnTo>
                    <a:pt x="3356" y="4476"/>
                  </a:lnTo>
                  <a:cubicBezTo>
                    <a:pt x="3565" y="4476"/>
                    <a:pt x="3735" y="4305"/>
                    <a:pt x="3735" y="4096"/>
                  </a:cubicBezTo>
                  <a:lnTo>
                    <a:pt x="3735" y="380"/>
                  </a:lnTo>
                  <a:cubicBezTo>
                    <a:pt x="3735" y="171"/>
                    <a:pt x="3565" y="1"/>
                    <a:pt x="3356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27" name="Google Shape;527;p31">
              <a:extLst>
                <a:ext uri="{FF2B5EF4-FFF2-40B4-BE49-F238E27FC236}">
                  <a16:creationId xmlns:a16="http://schemas.microsoft.com/office/drawing/2014/main" id="{A28B1A8C-31A9-E8ED-8CF2-FB42968CB65B}"/>
                </a:ext>
              </a:extLst>
            </p:cNvPr>
            <p:cNvSpPr/>
            <p:nvPr/>
          </p:nvSpPr>
          <p:spPr>
            <a:xfrm>
              <a:off x="1865838" y="4346575"/>
              <a:ext cx="92950" cy="111900"/>
            </a:xfrm>
            <a:custGeom>
              <a:avLst/>
              <a:gdLst/>
              <a:ahLst/>
              <a:cxnLst/>
              <a:rect l="l" t="t" r="r" b="b"/>
              <a:pathLst>
                <a:path w="3718" h="4476" extrusionOk="0">
                  <a:moveTo>
                    <a:pt x="2978" y="759"/>
                  </a:moveTo>
                  <a:lnTo>
                    <a:pt x="2978" y="3736"/>
                  </a:lnTo>
                  <a:lnTo>
                    <a:pt x="740" y="3736"/>
                  </a:lnTo>
                  <a:lnTo>
                    <a:pt x="740" y="759"/>
                  </a:lnTo>
                  <a:close/>
                  <a:moveTo>
                    <a:pt x="380" y="1"/>
                  </a:moveTo>
                  <a:cubicBezTo>
                    <a:pt x="172" y="1"/>
                    <a:pt x="1" y="171"/>
                    <a:pt x="1" y="380"/>
                  </a:cubicBezTo>
                  <a:lnTo>
                    <a:pt x="1" y="4096"/>
                  </a:lnTo>
                  <a:cubicBezTo>
                    <a:pt x="1" y="4305"/>
                    <a:pt x="172" y="4476"/>
                    <a:pt x="380" y="4476"/>
                  </a:cubicBezTo>
                  <a:lnTo>
                    <a:pt x="3357" y="4476"/>
                  </a:lnTo>
                  <a:cubicBezTo>
                    <a:pt x="3547" y="4476"/>
                    <a:pt x="3717" y="4305"/>
                    <a:pt x="3717" y="4096"/>
                  </a:cubicBezTo>
                  <a:lnTo>
                    <a:pt x="3717" y="380"/>
                  </a:lnTo>
                  <a:cubicBezTo>
                    <a:pt x="3717" y="171"/>
                    <a:pt x="3547" y="1"/>
                    <a:pt x="3357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28" name="Google Shape;528;p31">
              <a:extLst>
                <a:ext uri="{FF2B5EF4-FFF2-40B4-BE49-F238E27FC236}">
                  <a16:creationId xmlns:a16="http://schemas.microsoft.com/office/drawing/2014/main" id="{896058A9-E4C6-1DCA-3522-216BE47555C6}"/>
                </a:ext>
              </a:extLst>
            </p:cNvPr>
            <p:cNvSpPr/>
            <p:nvPr/>
          </p:nvSpPr>
          <p:spPr>
            <a:xfrm>
              <a:off x="1639738" y="4476950"/>
              <a:ext cx="99100" cy="18500"/>
            </a:xfrm>
            <a:custGeom>
              <a:avLst/>
              <a:gdLst/>
              <a:ahLst/>
              <a:cxnLst/>
              <a:rect l="l" t="t" r="r" b="b"/>
              <a:pathLst>
                <a:path w="3964" h="740" extrusionOk="0">
                  <a:moveTo>
                    <a:pt x="493" y="0"/>
                  </a:moveTo>
                  <a:cubicBezTo>
                    <a:pt x="0" y="0"/>
                    <a:pt x="0" y="740"/>
                    <a:pt x="493" y="740"/>
                  </a:cubicBezTo>
                  <a:lnTo>
                    <a:pt x="3470" y="740"/>
                  </a:lnTo>
                  <a:cubicBezTo>
                    <a:pt x="3963" y="740"/>
                    <a:pt x="3963" y="0"/>
                    <a:pt x="347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29" name="Google Shape;529;p31">
              <a:extLst>
                <a:ext uri="{FF2B5EF4-FFF2-40B4-BE49-F238E27FC236}">
                  <a16:creationId xmlns:a16="http://schemas.microsoft.com/office/drawing/2014/main" id="{23B0E12E-E880-97D6-DDD0-45D53DC79B13}"/>
                </a:ext>
              </a:extLst>
            </p:cNvPr>
            <p:cNvSpPr/>
            <p:nvPr/>
          </p:nvSpPr>
          <p:spPr>
            <a:xfrm>
              <a:off x="1751138" y="4476950"/>
              <a:ext cx="99100" cy="18500"/>
            </a:xfrm>
            <a:custGeom>
              <a:avLst/>
              <a:gdLst/>
              <a:ahLst/>
              <a:cxnLst/>
              <a:rect l="l" t="t" r="r" b="b"/>
              <a:pathLst>
                <a:path w="3964" h="740" extrusionOk="0">
                  <a:moveTo>
                    <a:pt x="493" y="0"/>
                  </a:moveTo>
                  <a:cubicBezTo>
                    <a:pt x="0" y="0"/>
                    <a:pt x="0" y="740"/>
                    <a:pt x="493" y="740"/>
                  </a:cubicBezTo>
                  <a:lnTo>
                    <a:pt x="3470" y="740"/>
                  </a:lnTo>
                  <a:cubicBezTo>
                    <a:pt x="3963" y="740"/>
                    <a:pt x="3963" y="0"/>
                    <a:pt x="347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30" name="Google Shape;530;p31">
              <a:extLst>
                <a:ext uri="{FF2B5EF4-FFF2-40B4-BE49-F238E27FC236}">
                  <a16:creationId xmlns:a16="http://schemas.microsoft.com/office/drawing/2014/main" id="{808DA245-0619-5001-39E2-9000CCCA34AA}"/>
                </a:ext>
              </a:extLst>
            </p:cNvPr>
            <p:cNvSpPr/>
            <p:nvPr/>
          </p:nvSpPr>
          <p:spPr>
            <a:xfrm>
              <a:off x="1862538" y="4476950"/>
              <a:ext cx="99575" cy="18500"/>
            </a:xfrm>
            <a:custGeom>
              <a:avLst/>
              <a:gdLst/>
              <a:ahLst/>
              <a:cxnLst/>
              <a:rect l="l" t="t" r="r" b="b"/>
              <a:pathLst>
                <a:path w="3983" h="740" extrusionOk="0">
                  <a:moveTo>
                    <a:pt x="512" y="0"/>
                  </a:moveTo>
                  <a:cubicBezTo>
                    <a:pt x="0" y="0"/>
                    <a:pt x="0" y="740"/>
                    <a:pt x="512" y="740"/>
                  </a:cubicBezTo>
                  <a:lnTo>
                    <a:pt x="3489" y="740"/>
                  </a:lnTo>
                  <a:cubicBezTo>
                    <a:pt x="3982" y="740"/>
                    <a:pt x="3982" y="0"/>
                    <a:pt x="3489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31" name="Google Shape;531;p31">
              <a:extLst>
                <a:ext uri="{FF2B5EF4-FFF2-40B4-BE49-F238E27FC236}">
                  <a16:creationId xmlns:a16="http://schemas.microsoft.com/office/drawing/2014/main" id="{FCA9D605-ABE6-F1F0-BF12-81A6B007FB3E}"/>
                </a:ext>
              </a:extLst>
            </p:cNvPr>
            <p:cNvSpPr/>
            <p:nvPr/>
          </p:nvSpPr>
          <p:spPr>
            <a:xfrm>
              <a:off x="1751138" y="4575525"/>
              <a:ext cx="62125" cy="18525"/>
            </a:xfrm>
            <a:custGeom>
              <a:avLst/>
              <a:gdLst/>
              <a:ahLst/>
              <a:cxnLst/>
              <a:rect l="l" t="t" r="r" b="b"/>
              <a:pathLst>
                <a:path w="2485" h="741" extrusionOk="0">
                  <a:moveTo>
                    <a:pt x="493" y="1"/>
                  </a:moveTo>
                  <a:cubicBezTo>
                    <a:pt x="0" y="1"/>
                    <a:pt x="0" y="740"/>
                    <a:pt x="493" y="740"/>
                  </a:cubicBezTo>
                  <a:lnTo>
                    <a:pt x="1991" y="740"/>
                  </a:lnTo>
                  <a:cubicBezTo>
                    <a:pt x="2484" y="740"/>
                    <a:pt x="2484" y="1"/>
                    <a:pt x="1991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</p:grpSp>
      <p:sp>
        <p:nvSpPr>
          <p:cNvPr id="542" name="Google Shape;542;p31">
            <a:extLst>
              <a:ext uri="{FF2B5EF4-FFF2-40B4-BE49-F238E27FC236}">
                <a16:creationId xmlns:a16="http://schemas.microsoft.com/office/drawing/2014/main" id="{2DE46868-563E-95BD-7822-BF4038284980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Lógica de Programación</a:t>
            </a:r>
          </a:p>
        </p:txBody>
      </p:sp>
      <p:sp>
        <p:nvSpPr>
          <p:cNvPr id="543" name="Google Shape;543;p31">
            <a:extLst>
              <a:ext uri="{FF2B5EF4-FFF2-40B4-BE49-F238E27FC236}">
                <a16:creationId xmlns:a16="http://schemas.microsoft.com/office/drawing/2014/main" id="{A5EBF58D-437B-8583-81C3-68380EA8DF60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Esteban Rojas Tobar</a:t>
            </a:r>
          </a:p>
        </p:txBody>
      </p:sp>
      <p:sp>
        <p:nvSpPr>
          <p:cNvPr id="544" name="Google Shape;544;p31">
            <a:extLst>
              <a:ext uri="{FF2B5EF4-FFF2-40B4-BE49-F238E27FC236}">
                <a16:creationId xmlns:a16="http://schemas.microsoft.com/office/drawing/2014/main" id="{E55EF3F5-0021-294C-3625-44CD2EDF98F9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UIDE</a:t>
            </a:r>
          </a:p>
        </p:txBody>
      </p:sp>
      <p:grpSp>
        <p:nvGrpSpPr>
          <p:cNvPr id="545" name="Google Shape;545;p31">
            <a:extLst>
              <a:ext uri="{FF2B5EF4-FFF2-40B4-BE49-F238E27FC236}">
                <a16:creationId xmlns:a16="http://schemas.microsoft.com/office/drawing/2014/main" id="{1CFC7625-D42B-4662-EEF7-2AA292A1DDB8}"/>
              </a:ext>
            </a:extLst>
          </p:cNvPr>
          <p:cNvGrpSpPr/>
          <p:nvPr/>
        </p:nvGrpSpPr>
        <p:grpSpPr>
          <a:xfrm>
            <a:off x="1614876" y="1364434"/>
            <a:ext cx="506092" cy="426611"/>
            <a:chOff x="1665363" y="1706700"/>
            <a:chExt cx="578325" cy="487500"/>
          </a:xfrm>
        </p:grpSpPr>
        <p:sp>
          <p:nvSpPr>
            <p:cNvPr id="546" name="Google Shape;546;p31">
              <a:extLst>
                <a:ext uri="{FF2B5EF4-FFF2-40B4-BE49-F238E27FC236}">
                  <a16:creationId xmlns:a16="http://schemas.microsoft.com/office/drawing/2014/main" id="{18459304-226D-B637-2C9D-B8E7256B05E5}"/>
                </a:ext>
              </a:extLst>
            </p:cNvPr>
            <p:cNvSpPr/>
            <p:nvPr/>
          </p:nvSpPr>
          <p:spPr>
            <a:xfrm flipH="1">
              <a:off x="2174988" y="1706700"/>
              <a:ext cx="68700" cy="487500"/>
            </a:xfrm>
            <a:prstGeom prst="leftBracket">
              <a:avLst>
                <a:gd name="adj" fmla="val 0"/>
              </a:avLst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  <p:sp>
          <p:nvSpPr>
            <p:cNvPr id="547" name="Google Shape;547;p31">
              <a:extLst>
                <a:ext uri="{FF2B5EF4-FFF2-40B4-BE49-F238E27FC236}">
                  <a16:creationId xmlns:a16="http://schemas.microsoft.com/office/drawing/2014/main" id="{21D1B977-8553-0E12-754E-91647E3B40E0}"/>
                </a:ext>
              </a:extLst>
            </p:cNvPr>
            <p:cNvSpPr/>
            <p:nvPr/>
          </p:nvSpPr>
          <p:spPr>
            <a:xfrm>
              <a:off x="1665363" y="1706700"/>
              <a:ext cx="68700" cy="487500"/>
            </a:xfrm>
            <a:prstGeom prst="leftBracket">
              <a:avLst>
                <a:gd name="adj" fmla="val 0"/>
              </a:avLst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s-ES" noProof="0" dirty="0"/>
            </a:p>
          </p:txBody>
        </p:sp>
      </p:grpSp>
      <p:grpSp>
        <p:nvGrpSpPr>
          <p:cNvPr id="551" name="Google Shape;551;p31">
            <a:extLst>
              <a:ext uri="{FF2B5EF4-FFF2-40B4-BE49-F238E27FC236}">
                <a16:creationId xmlns:a16="http://schemas.microsoft.com/office/drawing/2014/main" id="{B1602DE5-A3ED-3433-1FE4-06FE02B4CD50}"/>
              </a:ext>
            </a:extLst>
          </p:cNvPr>
          <p:cNvGrpSpPr/>
          <p:nvPr/>
        </p:nvGrpSpPr>
        <p:grpSpPr>
          <a:xfrm>
            <a:off x="1337875" y="1958560"/>
            <a:ext cx="4283648" cy="1976303"/>
            <a:chOff x="1337875" y="1958560"/>
            <a:chExt cx="4283648" cy="1976303"/>
          </a:xfrm>
        </p:grpSpPr>
        <p:cxnSp>
          <p:nvCxnSpPr>
            <p:cNvPr id="552" name="Google Shape;552;p31">
              <a:extLst>
                <a:ext uri="{FF2B5EF4-FFF2-40B4-BE49-F238E27FC236}">
                  <a16:creationId xmlns:a16="http://schemas.microsoft.com/office/drawing/2014/main" id="{D17F5B58-A714-FBC8-EDF9-60AEA55648EF}"/>
                </a:ext>
              </a:extLst>
            </p:cNvPr>
            <p:cNvCxnSpPr/>
            <p:nvPr/>
          </p:nvCxnSpPr>
          <p:spPr>
            <a:xfrm>
              <a:off x="1337875" y="3203163"/>
              <a:ext cx="0" cy="7317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553" name="Google Shape;553;p31">
              <a:extLst>
                <a:ext uri="{FF2B5EF4-FFF2-40B4-BE49-F238E27FC236}">
                  <a16:creationId xmlns:a16="http://schemas.microsoft.com/office/drawing/2014/main" id="{8A45E996-6A05-02D6-B1F8-EEAD1C9CF610}"/>
                </a:ext>
              </a:extLst>
            </p:cNvPr>
            <p:cNvSpPr txBox="1"/>
            <p:nvPr/>
          </p:nvSpPr>
          <p:spPr>
            <a:xfrm>
              <a:off x="5115423" y="1958560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800" noProof="0" dirty="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</a:p>
          </p:txBody>
        </p:sp>
      </p:grpSp>
      <p:grpSp>
        <p:nvGrpSpPr>
          <p:cNvPr id="554" name="Google Shape;554;p31">
            <a:extLst>
              <a:ext uri="{FF2B5EF4-FFF2-40B4-BE49-F238E27FC236}">
                <a16:creationId xmlns:a16="http://schemas.microsoft.com/office/drawing/2014/main" id="{5B306484-51AD-40C3-A8F7-8C6A1DD77E05}"/>
              </a:ext>
            </a:extLst>
          </p:cNvPr>
          <p:cNvGrpSpPr/>
          <p:nvPr/>
        </p:nvGrpSpPr>
        <p:grpSpPr>
          <a:xfrm>
            <a:off x="1084825" y="1208049"/>
            <a:ext cx="506100" cy="1366863"/>
            <a:chOff x="1084825" y="3203163"/>
            <a:chExt cx="506100" cy="1366863"/>
          </a:xfrm>
        </p:grpSpPr>
        <p:cxnSp>
          <p:nvCxnSpPr>
            <p:cNvPr id="555" name="Google Shape;555;p31">
              <a:extLst>
                <a:ext uri="{FF2B5EF4-FFF2-40B4-BE49-F238E27FC236}">
                  <a16:creationId xmlns:a16="http://schemas.microsoft.com/office/drawing/2014/main" id="{734056C9-4331-B579-0DA1-BA988EFBEEA4}"/>
                </a:ext>
              </a:extLst>
            </p:cNvPr>
            <p:cNvCxnSpPr/>
            <p:nvPr/>
          </p:nvCxnSpPr>
          <p:spPr>
            <a:xfrm>
              <a:off x="1337875" y="3203163"/>
              <a:ext cx="0" cy="7317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556" name="Google Shape;556;p31">
              <a:extLst>
                <a:ext uri="{FF2B5EF4-FFF2-40B4-BE49-F238E27FC236}">
                  <a16:creationId xmlns:a16="http://schemas.microsoft.com/office/drawing/2014/main" id="{4543E8F4-DAFC-F103-4E6D-473B277A7F9C}"/>
                </a:ext>
              </a:extLst>
            </p:cNvPr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800" noProof="0" dirty="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</a:p>
          </p:txBody>
        </p:sp>
      </p:grpSp>
      <p:sp>
        <p:nvSpPr>
          <p:cNvPr id="2" name="Google Shape;514;p31">
            <a:extLst>
              <a:ext uri="{FF2B5EF4-FFF2-40B4-BE49-F238E27FC236}">
                <a16:creationId xmlns:a16="http://schemas.microsoft.com/office/drawing/2014/main" id="{7873443C-F447-4865-8E01-BB072D167C29}"/>
              </a:ext>
            </a:extLst>
          </p:cNvPr>
          <p:cNvSpPr txBox="1">
            <a:spLocks/>
          </p:cNvSpPr>
          <p:nvPr/>
        </p:nvSpPr>
        <p:spPr>
          <a:xfrm>
            <a:off x="5484478" y="1971824"/>
            <a:ext cx="1459015" cy="5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r>
              <a:rPr lang="es-ES" sz="1100" noProof="0" dirty="0">
                <a:solidFill>
                  <a:schemeClr val="accent2"/>
                </a:solidFill>
              </a:rPr>
              <a:t>De despliegue </a:t>
            </a:r>
            <a:r>
              <a:rPr lang="es-ES" sz="1100" noProof="0" dirty="0">
                <a:solidFill>
                  <a:schemeClr val="accent6"/>
                </a:solidFill>
              </a:rPr>
              <a:t>{</a:t>
            </a:r>
          </a:p>
        </p:txBody>
      </p:sp>
      <p:grpSp>
        <p:nvGrpSpPr>
          <p:cNvPr id="6" name="Google Shape;551;p31">
            <a:extLst>
              <a:ext uri="{FF2B5EF4-FFF2-40B4-BE49-F238E27FC236}">
                <a16:creationId xmlns:a16="http://schemas.microsoft.com/office/drawing/2014/main" id="{891F2DB8-9639-0890-6A77-BC34F46FF3AA}"/>
              </a:ext>
            </a:extLst>
          </p:cNvPr>
          <p:cNvGrpSpPr/>
          <p:nvPr/>
        </p:nvGrpSpPr>
        <p:grpSpPr>
          <a:xfrm>
            <a:off x="1351574" y="1951387"/>
            <a:ext cx="2241220" cy="1983369"/>
            <a:chOff x="1337875" y="1951494"/>
            <a:chExt cx="2241220" cy="1983369"/>
          </a:xfrm>
        </p:grpSpPr>
        <p:cxnSp>
          <p:nvCxnSpPr>
            <p:cNvPr id="7" name="Google Shape;552;p31">
              <a:extLst>
                <a:ext uri="{FF2B5EF4-FFF2-40B4-BE49-F238E27FC236}">
                  <a16:creationId xmlns:a16="http://schemas.microsoft.com/office/drawing/2014/main" id="{7BE47D56-816F-A84A-798B-780C5551641D}"/>
                </a:ext>
              </a:extLst>
            </p:cNvPr>
            <p:cNvCxnSpPr/>
            <p:nvPr/>
          </p:nvCxnSpPr>
          <p:spPr>
            <a:xfrm>
              <a:off x="1337875" y="3203163"/>
              <a:ext cx="0" cy="7317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8" name="Google Shape;553;p31">
              <a:extLst>
                <a:ext uri="{FF2B5EF4-FFF2-40B4-BE49-F238E27FC236}">
                  <a16:creationId xmlns:a16="http://schemas.microsoft.com/office/drawing/2014/main" id="{EB223D98-E959-8B0C-5E05-0E06B7426BDB}"/>
                </a:ext>
              </a:extLst>
            </p:cNvPr>
            <p:cNvSpPr txBox="1"/>
            <p:nvPr/>
          </p:nvSpPr>
          <p:spPr>
            <a:xfrm>
              <a:off x="3072995" y="1951494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800" noProof="0" dirty="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</a:p>
          </p:txBody>
        </p:sp>
      </p:grpSp>
      <p:sp>
        <p:nvSpPr>
          <p:cNvPr id="9" name="Google Shape;514;p31">
            <a:extLst>
              <a:ext uri="{FF2B5EF4-FFF2-40B4-BE49-F238E27FC236}">
                <a16:creationId xmlns:a16="http://schemas.microsoft.com/office/drawing/2014/main" id="{14A8F2EB-6D2A-723E-BD9C-A8477034FB70}"/>
              </a:ext>
            </a:extLst>
          </p:cNvPr>
          <p:cNvSpPr txBox="1">
            <a:spLocks/>
          </p:cNvSpPr>
          <p:nvPr/>
        </p:nvSpPr>
        <p:spPr>
          <a:xfrm>
            <a:off x="3513721" y="2008076"/>
            <a:ext cx="1601702" cy="5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r>
              <a:rPr lang="es-ES" sz="1100" noProof="0" dirty="0">
                <a:solidFill>
                  <a:schemeClr val="accent2"/>
                </a:solidFill>
              </a:rPr>
              <a:t>De integración </a:t>
            </a:r>
            <a:r>
              <a:rPr lang="es-ES" sz="1100" noProof="0" dirty="0">
                <a:solidFill>
                  <a:schemeClr val="accent6"/>
                </a:solidFill>
              </a:rPr>
              <a:t>{</a:t>
            </a:r>
          </a:p>
        </p:txBody>
      </p:sp>
      <p:sp>
        <p:nvSpPr>
          <p:cNvPr id="10" name="Google Shape;553;p31">
            <a:extLst>
              <a:ext uri="{FF2B5EF4-FFF2-40B4-BE49-F238E27FC236}">
                <a16:creationId xmlns:a16="http://schemas.microsoft.com/office/drawing/2014/main" id="{ECC08900-8D34-5E15-B5E6-F7F6E80FEB26}"/>
              </a:ext>
            </a:extLst>
          </p:cNvPr>
          <p:cNvSpPr txBox="1"/>
          <p:nvPr/>
        </p:nvSpPr>
        <p:spPr>
          <a:xfrm>
            <a:off x="6768754" y="1971824"/>
            <a:ext cx="5061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noProof="0" dirty="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rPr>
              <a:t>}</a:t>
            </a:r>
          </a:p>
        </p:txBody>
      </p:sp>
      <p:sp>
        <p:nvSpPr>
          <p:cNvPr id="11" name="Google Shape;514;p31">
            <a:extLst>
              <a:ext uri="{FF2B5EF4-FFF2-40B4-BE49-F238E27FC236}">
                <a16:creationId xmlns:a16="http://schemas.microsoft.com/office/drawing/2014/main" id="{C22E4E86-25A5-C389-9E10-31B72908EF6E}"/>
              </a:ext>
            </a:extLst>
          </p:cNvPr>
          <p:cNvSpPr txBox="1">
            <a:spLocks/>
          </p:cNvSpPr>
          <p:nvPr/>
        </p:nvSpPr>
        <p:spPr>
          <a:xfrm>
            <a:off x="7144152" y="1970368"/>
            <a:ext cx="1459015" cy="5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8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Fira Code"/>
              <a:buNone/>
              <a:defRPr sz="20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r>
              <a:rPr lang="es-ES" sz="1100" noProof="0" dirty="0">
                <a:solidFill>
                  <a:schemeClr val="accent2"/>
                </a:solidFill>
              </a:rPr>
              <a:t>De datos </a:t>
            </a:r>
            <a:r>
              <a:rPr lang="es-ES" sz="1100" noProof="0" dirty="0">
                <a:solidFill>
                  <a:schemeClr val="accent6"/>
                </a:solidFill>
              </a:rPr>
              <a:t>{</a:t>
            </a:r>
          </a:p>
        </p:txBody>
      </p:sp>
      <p:sp>
        <p:nvSpPr>
          <p:cNvPr id="12" name="Google Shape;513;p31">
            <a:extLst>
              <a:ext uri="{FF2B5EF4-FFF2-40B4-BE49-F238E27FC236}">
                <a16:creationId xmlns:a16="http://schemas.microsoft.com/office/drawing/2014/main" id="{798142F2-CA01-3AF2-5CD1-456C8F7E4609}"/>
              </a:ext>
            </a:extLst>
          </p:cNvPr>
          <p:cNvSpPr txBox="1">
            <a:spLocks/>
          </p:cNvSpPr>
          <p:nvPr/>
        </p:nvSpPr>
        <p:spPr>
          <a:xfrm>
            <a:off x="3339744" y="2538776"/>
            <a:ext cx="1775679" cy="420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r>
              <a:rPr lang="es-ES" sz="1050" noProof="0" dirty="0"/>
              <a:t>&lt; Interconexiones &gt;</a:t>
            </a:r>
          </a:p>
          <a:p>
            <a:pPr marL="0" indent="0"/>
            <a:r>
              <a:rPr lang="es-ES" sz="1050" noProof="0" dirty="0"/>
              <a:t>&lt; Internos a externos &gt;</a:t>
            </a:r>
          </a:p>
        </p:txBody>
      </p:sp>
      <p:sp>
        <p:nvSpPr>
          <p:cNvPr id="13" name="Google Shape;513;p31">
            <a:extLst>
              <a:ext uri="{FF2B5EF4-FFF2-40B4-BE49-F238E27FC236}">
                <a16:creationId xmlns:a16="http://schemas.microsoft.com/office/drawing/2014/main" id="{08E98A4D-7E44-9FCB-59BA-7DC4E296913C}"/>
              </a:ext>
            </a:extLst>
          </p:cNvPr>
          <p:cNvSpPr txBox="1">
            <a:spLocks/>
          </p:cNvSpPr>
          <p:nvPr/>
        </p:nvSpPr>
        <p:spPr>
          <a:xfrm>
            <a:off x="5410400" y="2537908"/>
            <a:ext cx="1489595" cy="420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r>
              <a:rPr lang="es-ES" sz="1050" noProof="0" dirty="0"/>
              <a:t>&lt; Vista física &gt;</a:t>
            </a:r>
          </a:p>
          <a:p>
            <a:pPr marL="0" indent="0"/>
            <a:r>
              <a:rPr lang="es-ES" sz="1050" noProof="0" dirty="0"/>
              <a:t>&lt; SW al </a:t>
            </a:r>
            <a:r>
              <a:rPr lang="es-ES" sz="1050" noProof="0" dirty="0" err="1"/>
              <a:t>HW</a:t>
            </a:r>
            <a:r>
              <a:rPr lang="es-ES" sz="1050" noProof="0" dirty="0"/>
              <a:t> &gt;</a:t>
            </a:r>
          </a:p>
        </p:txBody>
      </p:sp>
      <p:sp>
        <p:nvSpPr>
          <p:cNvPr id="14" name="Google Shape;513;p31">
            <a:extLst>
              <a:ext uri="{FF2B5EF4-FFF2-40B4-BE49-F238E27FC236}">
                <a16:creationId xmlns:a16="http://schemas.microsoft.com/office/drawing/2014/main" id="{020BEBAD-1BAC-03A0-C317-21A8B1692FB5}"/>
              </a:ext>
            </a:extLst>
          </p:cNvPr>
          <p:cNvSpPr txBox="1">
            <a:spLocks/>
          </p:cNvSpPr>
          <p:nvPr/>
        </p:nvSpPr>
        <p:spPr>
          <a:xfrm>
            <a:off x="7021803" y="2501068"/>
            <a:ext cx="1772791" cy="420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Fira Code"/>
              <a:buNone/>
              <a:defRPr sz="1400" b="0" i="0" u="none" strike="noStrike" cap="none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0" indent="0"/>
            <a:r>
              <a:rPr lang="es-ES" sz="1050" noProof="0" dirty="0"/>
              <a:t>&lt; Flujo de información &gt;</a:t>
            </a:r>
          </a:p>
          <a:p>
            <a:pPr marL="0" indent="0"/>
            <a:r>
              <a:rPr lang="es-ES" sz="1050" noProof="0" dirty="0"/>
              <a:t>&lt; Almacenamiento &gt;</a:t>
            </a:r>
          </a:p>
        </p:txBody>
      </p:sp>
      <p:pic>
        <p:nvPicPr>
          <p:cNvPr id="15" name="Imagen 14" descr="Diagrama de arquitectura de aplicación">
            <a:extLst>
              <a:ext uri="{FF2B5EF4-FFF2-40B4-BE49-F238E27FC236}">
                <a16:creationId xmlns:a16="http://schemas.microsoft.com/office/drawing/2014/main" id="{8AB0E0E6-22FB-1BCB-7EE2-B57BE4B862F2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5" t="18246" r="3777" b="9472"/>
          <a:stretch>
            <a:fillRect/>
          </a:stretch>
        </p:blipFill>
        <p:spPr bwMode="auto">
          <a:xfrm>
            <a:off x="1218723" y="3182661"/>
            <a:ext cx="1923952" cy="100804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6" name="Imagen 15" descr="Tutorial Gratis de Diagrama de arquitectura de datos">
            <a:extLst>
              <a:ext uri="{FF2B5EF4-FFF2-40B4-BE49-F238E27FC236}">
                <a16:creationId xmlns:a16="http://schemas.microsoft.com/office/drawing/2014/main" id="{1647E565-23EA-E198-BB6D-2A08D7B6DF0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9744" y="3038143"/>
            <a:ext cx="1775679" cy="14841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Imagen 16" descr="Más ejemplos de diagramas de despliegue">
            <a:extLst>
              <a:ext uri="{FF2B5EF4-FFF2-40B4-BE49-F238E27FC236}">
                <a16:creationId xmlns:a16="http://schemas.microsoft.com/office/drawing/2014/main" id="{7598E7B6-391F-BE47-C261-2A4F6E3202E3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418"/>
          <a:stretch>
            <a:fillRect/>
          </a:stretch>
        </p:blipFill>
        <p:spPr bwMode="auto">
          <a:xfrm>
            <a:off x="5271355" y="3131141"/>
            <a:ext cx="1628639" cy="1305635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8" name="Imagen 17" descr="Tutorial Gratis de Diagrama de arquitectura de datos">
            <a:extLst>
              <a:ext uri="{FF2B5EF4-FFF2-40B4-BE49-F238E27FC236}">
                <a16:creationId xmlns:a16="http://schemas.microsoft.com/office/drawing/2014/main" id="{FD568972-8F53-0107-4315-458DAE85A2A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1803" y="3041068"/>
            <a:ext cx="2118360" cy="139570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29149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p37"/>
          <p:cNvSpPr txBox="1">
            <a:spLocks noGrp="1"/>
          </p:cNvSpPr>
          <p:nvPr>
            <p:ph type="body" idx="1"/>
          </p:nvPr>
        </p:nvSpPr>
        <p:spPr>
          <a:xfrm>
            <a:off x="3306200" y="2227588"/>
            <a:ext cx="4694400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341342" lvl="0" indent="-265184"/>
            <a:r>
              <a:rPr lang="es-ES" noProof="0" dirty="0">
                <a:solidFill>
                  <a:schemeClr val="accent3"/>
                </a:solidFill>
              </a:rPr>
              <a:t>Bucle</a:t>
            </a:r>
          </a:p>
          <a:p>
            <a:pPr marL="341342" lvl="0" indent="-265184"/>
            <a:r>
              <a:rPr lang="es-ES" noProof="0" dirty="0">
                <a:solidFill>
                  <a:schemeClr val="accent3"/>
                </a:solidFill>
              </a:rPr>
              <a:t>Secuencia de reglas</a:t>
            </a:r>
          </a:p>
          <a:p>
            <a:pPr marL="341342" lvl="0" indent="-265184"/>
            <a:r>
              <a:rPr lang="es-ES" noProof="0" dirty="0">
                <a:solidFill>
                  <a:schemeClr val="accent3"/>
                </a:solidFill>
              </a:rPr>
              <a:t>Modelar el ciclo y control de entradas</a:t>
            </a:r>
          </a:p>
        </p:txBody>
      </p:sp>
      <p:sp>
        <p:nvSpPr>
          <p:cNvPr id="783" name="Google Shape;783;p37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noProof="0" dirty="0"/>
              <a:t>Selección de software y diagramas </a:t>
            </a:r>
            <a:r>
              <a:rPr lang="es-ES" sz="2400" noProof="0" dirty="0">
                <a:solidFill>
                  <a:schemeClr val="accent6"/>
                </a:solidFill>
              </a:rPr>
              <a:t>{</a:t>
            </a:r>
          </a:p>
        </p:txBody>
      </p:sp>
      <p:sp>
        <p:nvSpPr>
          <p:cNvPr id="784" name="Google Shape;784;p37"/>
          <p:cNvSpPr txBox="1">
            <a:spLocks noGrp="1"/>
          </p:cNvSpPr>
          <p:nvPr>
            <p:ph type="title" idx="2"/>
          </p:nvPr>
        </p:nvSpPr>
        <p:spPr>
          <a:xfrm flipH="1">
            <a:off x="1732157" y="2372263"/>
            <a:ext cx="1574043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&lt; Acción o flujo &gt;</a:t>
            </a:r>
          </a:p>
        </p:txBody>
      </p:sp>
      <p:sp>
        <p:nvSpPr>
          <p:cNvPr id="785" name="Google Shape;785;p37"/>
          <p:cNvSpPr txBox="1">
            <a:spLocks noGrp="1"/>
          </p:cNvSpPr>
          <p:nvPr>
            <p:ph type="body" idx="3"/>
          </p:nvPr>
        </p:nvSpPr>
        <p:spPr>
          <a:xfrm>
            <a:off x="3739600" y="3164425"/>
            <a:ext cx="4694400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341342" lvl="0" indent="-265184" algn="l" rtl="0">
              <a:spcBef>
                <a:spcPts val="0"/>
              </a:spcBef>
              <a:spcAft>
                <a:spcPts val="0"/>
              </a:spcAft>
              <a:buSzPts val="1200"/>
              <a:buChar char="∗"/>
            </a:pPr>
            <a:r>
              <a:rPr lang="es-ES" noProof="0" dirty="0">
                <a:solidFill>
                  <a:schemeClr val="accent3"/>
                </a:solidFill>
              </a:rPr>
              <a:t>Componentes de software</a:t>
            </a:r>
          </a:p>
          <a:p>
            <a:pPr marL="341342" lvl="0" indent="-265184" algn="l" rtl="0">
              <a:spcBef>
                <a:spcPts val="0"/>
              </a:spcBef>
              <a:spcAft>
                <a:spcPts val="0"/>
              </a:spcAft>
              <a:buSzPts val="1200"/>
              <a:buChar char="∗"/>
            </a:pPr>
            <a:r>
              <a:rPr lang="es-ES" noProof="0" dirty="0">
                <a:solidFill>
                  <a:schemeClr val="accent3"/>
                </a:solidFill>
              </a:rPr>
              <a:t>Relación entre ellos</a:t>
            </a:r>
          </a:p>
          <a:p>
            <a:pPr marL="341342" lvl="0" indent="-265184" algn="l" rtl="0">
              <a:spcBef>
                <a:spcPts val="0"/>
              </a:spcBef>
              <a:spcAft>
                <a:spcPts val="0"/>
              </a:spcAft>
              <a:buSzPts val="1200"/>
              <a:buChar char="∗"/>
            </a:pPr>
            <a:r>
              <a:rPr lang="es-ES" noProof="0" dirty="0">
                <a:solidFill>
                  <a:schemeClr val="accent3"/>
                </a:solidFill>
              </a:rPr>
              <a:t>Plano inicial del juego</a:t>
            </a:r>
          </a:p>
        </p:txBody>
      </p:sp>
      <p:sp>
        <p:nvSpPr>
          <p:cNvPr id="786" name="Google Shape;786;p37"/>
          <p:cNvSpPr txBox="1">
            <a:spLocks noGrp="1"/>
          </p:cNvSpPr>
          <p:nvPr>
            <p:ph type="title" idx="4"/>
          </p:nvPr>
        </p:nvSpPr>
        <p:spPr>
          <a:xfrm flipH="1">
            <a:off x="1404783" y="3309175"/>
            <a:ext cx="2401725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&lt; Aplicación &gt;</a:t>
            </a:r>
          </a:p>
        </p:txBody>
      </p:sp>
      <p:sp>
        <p:nvSpPr>
          <p:cNvPr id="787" name="Google Shape;787;p37"/>
          <p:cNvSpPr txBox="1">
            <a:spLocks noGrp="1"/>
          </p:cNvSpPr>
          <p:nvPr>
            <p:ph type="subTitle" idx="5"/>
          </p:nvPr>
        </p:nvSpPr>
        <p:spPr>
          <a:xfrm>
            <a:off x="1672200" y="1245150"/>
            <a:ext cx="5922000" cy="54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&lt; El software a desarrollar fue el juego clásico de la serpiente &gt;</a:t>
            </a:r>
          </a:p>
        </p:txBody>
      </p:sp>
      <p:sp>
        <p:nvSpPr>
          <p:cNvPr id="788" name="Google Shape;788;p37"/>
          <p:cNvSpPr txBox="1">
            <a:spLocks noGrp="1"/>
          </p:cNvSpPr>
          <p:nvPr>
            <p:ph type="subTitle" idx="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Lógica de Programación </a:t>
            </a:r>
          </a:p>
        </p:txBody>
      </p:sp>
      <p:sp>
        <p:nvSpPr>
          <p:cNvPr id="789" name="Google Shape;789;p37"/>
          <p:cNvSpPr txBox="1">
            <a:spLocks noGrp="1"/>
          </p:cNvSpPr>
          <p:nvPr>
            <p:ph type="subTitle" idx="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Esteban Rojas Tobar</a:t>
            </a:r>
          </a:p>
        </p:txBody>
      </p:sp>
      <p:sp>
        <p:nvSpPr>
          <p:cNvPr id="790" name="Google Shape;790;p37"/>
          <p:cNvSpPr txBox="1">
            <a:spLocks noGrp="1"/>
          </p:cNvSpPr>
          <p:nvPr>
            <p:ph type="subTitle" idx="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UIDE</a:t>
            </a:r>
          </a:p>
        </p:txBody>
      </p:sp>
      <p:grpSp>
        <p:nvGrpSpPr>
          <p:cNvPr id="791" name="Google Shape;791;p37"/>
          <p:cNvGrpSpPr/>
          <p:nvPr/>
        </p:nvGrpSpPr>
        <p:grpSpPr>
          <a:xfrm>
            <a:off x="1084825" y="1152525"/>
            <a:ext cx="506100" cy="3417500"/>
            <a:chOff x="1084825" y="1152525"/>
            <a:chExt cx="506100" cy="3417500"/>
          </a:xfrm>
        </p:grpSpPr>
        <p:sp>
          <p:nvSpPr>
            <p:cNvPr id="792" name="Google Shape;792;p37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800" noProof="0" dirty="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</a:p>
          </p:txBody>
        </p:sp>
        <p:cxnSp>
          <p:nvCxnSpPr>
            <p:cNvPr id="793" name="Google Shape;793;p37"/>
            <p:cNvCxnSpPr/>
            <p:nvPr/>
          </p:nvCxnSpPr>
          <p:spPr>
            <a:xfrm>
              <a:off x="1337875" y="1152525"/>
              <a:ext cx="0" cy="2781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Google Shape;852;p42"/>
          <p:cNvSpPr txBox="1">
            <a:spLocks noGrp="1"/>
          </p:cNvSpPr>
          <p:nvPr>
            <p:ph type="title"/>
          </p:nvPr>
        </p:nvSpPr>
        <p:spPr>
          <a:xfrm>
            <a:off x="1154275" y="1137700"/>
            <a:ext cx="3969900" cy="142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>
                <a:solidFill>
                  <a:schemeClr val="lt1"/>
                </a:solidFill>
              </a:rPr>
              <a:t>Diagrama de acción </a:t>
            </a:r>
            <a:r>
              <a:rPr lang="es-ES" noProof="0" dirty="0">
                <a:solidFill>
                  <a:schemeClr val="accent6"/>
                </a:solidFill>
              </a:rPr>
              <a:t>{</a:t>
            </a:r>
          </a:p>
        </p:txBody>
      </p:sp>
      <p:sp>
        <p:nvSpPr>
          <p:cNvPr id="853" name="Google Shape;853;p42"/>
          <p:cNvSpPr txBox="1">
            <a:spLocks noGrp="1"/>
          </p:cNvSpPr>
          <p:nvPr>
            <p:ph type="subTitle" idx="1"/>
          </p:nvPr>
        </p:nvSpPr>
        <p:spPr>
          <a:xfrm>
            <a:off x="1674500" y="2736550"/>
            <a:ext cx="3627600" cy="1017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s-ES" noProof="0" dirty="0"/>
              <a:t>Procesar la entrada 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s-ES" dirty="0"/>
              <a:t>Actualizar el estado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s-ES" noProof="0" dirty="0"/>
              <a:t>Renderizar 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s-ES" dirty="0"/>
              <a:t>Esperar</a:t>
            </a:r>
            <a:endParaRPr lang="es-ES" noProof="0" dirty="0"/>
          </a:p>
        </p:txBody>
      </p:sp>
      <p:sp>
        <p:nvSpPr>
          <p:cNvPr id="854" name="Google Shape;854;p42"/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Lógica de Programación </a:t>
            </a:r>
          </a:p>
        </p:txBody>
      </p:sp>
      <p:sp>
        <p:nvSpPr>
          <p:cNvPr id="855" name="Google Shape;855;p42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Esteban Rojas Tobar </a:t>
            </a:r>
          </a:p>
        </p:txBody>
      </p:sp>
      <p:sp>
        <p:nvSpPr>
          <p:cNvPr id="856" name="Google Shape;856;p42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UIDE</a:t>
            </a:r>
          </a:p>
        </p:txBody>
      </p:sp>
      <p:grpSp>
        <p:nvGrpSpPr>
          <p:cNvPr id="858" name="Google Shape;858;p42"/>
          <p:cNvGrpSpPr/>
          <p:nvPr/>
        </p:nvGrpSpPr>
        <p:grpSpPr>
          <a:xfrm>
            <a:off x="1084825" y="2556550"/>
            <a:ext cx="506100" cy="2013475"/>
            <a:chOff x="1084825" y="2556550"/>
            <a:chExt cx="506100" cy="2013475"/>
          </a:xfrm>
        </p:grpSpPr>
        <p:sp>
          <p:nvSpPr>
            <p:cNvPr id="859" name="Google Shape;859;p42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800" noProof="0" dirty="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</a:p>
          </p:txBody>
        </p:sp>
        <p:cxnSp>
          <p:nvCxnSpPr>
            <p:cNvPr id="860" name="Google Shape;860;p42"/>
            <p:cNvCxnSpPr/>
            <p:nvPr/>
          </p:nvCxnSpPr>
          <p:spPr>
            <a:xfrm>
              <a:off x="1337875" y="2556550"/>
              <a:ext cx="0" cy="1377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" name="Rectángulo 3">
            <a:extLst>
              <a:ext uri="{FF2B5EF4-FFF2-40B4-BE49-F238E27FC236}">
                <a16:creationId xmlns:a16="http://schemas.microsoft.com/office/drawing/2014/main" id="{51CED2CA-DB1A-FDA2-9D4A-BE5808D49706}"/>
              </a:ext>
            </a:extLst>
          </p:cNvPr>
          <p:cNvSpPr/>
          <p:nvPr/>
        </p:nvSpPr>
        <p:spPr>
          <a:xfrm>
            <a:off x="5360020" y="505522"/>
            <a:ext cx="3293325" cy="4118517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8399971C-2B87-2789-1780-EA7CA8CE1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5018" y="618639"/>
            <a:ext cx="2969905" cy="39513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1">
          <a:extLst>
            <a:ext uri="{FF2B5EF4-FFF2-40B4-BE49-F238E27FC236}">
              <a16:creationId xmlns:a16="http://schemas.microsoft.com/office/drawing/2014/main" id="{48559D63-0D7A-34B9-E9E2-44D102CF7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Google Shape;852;p42">
            <a:extLst>
              <a:ext uri="{FF2B5EF4-FFF2-40B4-BE49-F238E27FC236}">
                <a16:creationId xmlns:a16="http://schemas.microsoft.com/office/drawing/2014/main" id="{809DBEDC-110D-2203-54E8-1F76580CDA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84824" y="662463"/>
            <a:ext cx="6230375" cy="72753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>
                <a:solidFill>
                  <a:schemeClr val="accent2"/>
                </a:solidFill>
              </a:rPr>
              <a:t>Diagrama de aplicación </a:t>
            </a:r>
            <a:r>
              <a:rPr lang="es-ES" noProof="0" dirty="0">
                <a:solidFill>
                  <a:schemeClr val="accent6"/>
                </a:solidFill>
              </a:rPr>
              <a:t>{</a:t>
            </a:r>
          </a:p>
        </p:txBody>
      </p:sp>
      <p:sp>
        <p:nvSpPr>
          <p:cNvPr id="854" name="Google Shape;854;p42">
            <a:extLst>
              <a:ext uri="{FF2B5EF4-FFF2-40B4-BE49-F238E27FC236}">
                <a16:creationId xmlns:a16="http://schemas.microsoft.com/office/drawing/2014/main" id="{9CF38861-510B-B2C3-8F44-473D492A1D10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 err="1">
                <a:solidFill>
                  <a:schemeClr val="accent3"/>
                </a:solidFill>
              </a:rPr>
              <a:t>Programming</a:t>
            </a:r>
            <a:r>
              <a:rPr lang="es-ES" sz="1400" noProof="0" dirty="0">
                <a:solidFill>
                  <a:schemeClr val="accent3"/>
                </a:solidFill>
              </a:rPr>
              <a:t> </a:t>
            </a:r>
            <a:r>
              <a:rPr lang="es-ES" sz="1400" noProof="0" dirty="0" err="1">
                <a:solidFill>
                  <a:schemeClr val="accent3"/>
                </a:solidFill>
              </a:rPr>
              <a:t>Language</a:t>
            </a:r>
            <a:endParaRPr lang="es-ES" sz="1400" noProof="0" dirty="0">
              <a:solidFill>
                <a:schemeClr val="accent3"/>
              </a:solidFill>
            </a:endParaRPr>
          </a:p>
        </p:txBody>
      </p:sp>
      <p:sp>
        <p:nvSpPr>
          <p:cNvPr id="855" name="Google Shape;855;p42">
            <a:extLst>
              <a:ext uri="{FF2B5EF4-FFF2-40B4-BE49-F238E27FC236}">
                <a16:creationId xmlns:a16="http://schemas.microsoft.com/office/drawing/2014/main" id="{5F245537-A987-A95A-5373-F0F207B9E147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Esteban Rojas Tobar </a:t>
            </a:r>
          </a:p>
        </p:txBody>
      </p:sp>
      <p:sp>
        <p:nvSpPr>
          <p:cNvPr id="856" name="Google Shape;856;p42">
            <a:extLst>
              <a:ext uri="{FF2B5EF4-FFF2-40B4-BE49-F238E27FC236}">
                <a16:creationId xmlns:a16="http://schemas.microsoft.com/office/drawing/2014/main" id="{C57B24B3-18E9-7AB8-9DD0-BDC673293AD3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UIDE</a:t>
            </a:r>
          </a:p>
        </p:txBody>
      </p:sp>
      <p:grpSp>
        <p:nvGrpSpPr>
          <p:cNvPr id="858" name="Google Shape;858;p42">
            <a:extLst>
              <a:ext uri="{FF2B5EF4-FFF2-40B4-BE49-F238E27FC236}">
                <a16:creationId xmlns:a16="http://schemas.microsoft.com/office/drawing/2014/main" id="{0C97D7E7-3448-855B-887E-6FE8B5F7FA1E}"/>
              </a:ext>
            </a:extLst>
          </p:cNvPr>
          <p:cNvGrpSpPr/>
          <p:nvPr/>
        </p:nvGrpSpPr>
        <p:grpSpPr>
          <a:xfrm>
            <a:off x="1084825" y="2556550"/>
            <a:ext cx="506100" cy="2013475"/>
            <a:chOff x="1084825" y="2556550"/>
            <a:chExt cx="506100" cy="2013475"/>
          </a:xfrm>
        </p:grpSpPr>
        <p:sp>
          <p:nvSpPr>
            <p:cNvPr id="859" name="Google Shape;859;p42">
              <a:extLst>
                <a:ext uri="{FF2B5EF4-FFF2-40B4-BE49-F238E27FC236}">
                  <a16:creationId xmlns:a16="http://schemas.microsoft.com/office/drawing/2014/main" id="{2B0A2A2D-97E5-4CC0-AE54-2635B6018DEA}"/>
                </a:ext>
              </a:extLst>
            </p:cNvPr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800" noProof="0" dirty="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</a:p>
          </p:txBody>
        </p:sp>
        <p:cxnSp>
          <p:nvCxnSpPr>
            <p:cNvPr id="860" name="Google Shape;860;p42">
              <a:extLst>
                <a:ext uri="{FF2B5EF4-FFF2-40B4-BE49-F238E27FC236}">
                  <a16:creationId xmlns:a16="http://schemas.microsoft.com/office/drawing/2014/main" id="{94FF0F22-23FD-5ABE-FBC0-4DB2ABA909AB}"/>
                </a:ext>
              </a:extLst>
            </p:cNvPr>
            <p:cNvCxnSpPr/>
            <p:nvPr/>
          </p:nvCxnSpPr>
          <p:spPr>
            <a:xfrm>
              <a:off x="1337875" y="2556550"/>
              <a:ext cx="0" cy="1377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" name="Subtítulo 2">
            <a:extLst>
              <a:ext uri="{FF2B5EF4-FFF2-40B4-BE49-F238E27FC236}">
                <a16:creationId xmlns:a16="http://schemas.microsoft.com/office/drawing/2014/main" id="{D7BBF7D2-FC31-2422-F5C1-1914AF4EAF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603BEEB2-6C93-120E-9D4B-2B8D4F598064}"/>
              </a:ext>
            </a:extLst>
          </p:cNvPr>
          <p:cNvSpPr/>
          <p:nvPr/>
        </p:nvSpPr>
        <p:spPr>
          <a:xfrm>
            <a:off x="1084824" y="1390000"/>
            <a:ext cx="6721301" cy="3091037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4" name="Imagen 3" descr="Diagrama&#10;&#10;El contenido generado por IA puede ser incorrecto.">
            <a:extLst>
              <a:ext uri="{FF2B5EF4-FFF2-40B4-BE49-F238E27FC236}">
                <a16:creationId xmlns:a16="http://schemas.microsoft.com/office/drawing/2014/main" id="{82B842D0-7B92-4AF6-7506-A9DD43CEBB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584" y="1410875"/>
            <a:ext cx="6654664" cy="3023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068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2" name="Google Shape;2522;p48"/>
          <p:cNvSpPr txBox="1">
            <a:spLocks noGrp="1"/>
          </p:cNvSpPr>
          <p:nvPr>
            <p:ph type="title"/>
          </p:nvPr>
        </p:nvSpPr>
        <p:spPr>
          <a:xfrm>
            <a:off x="1121875" y="1183920"/>
            <a:ext cx="2891100" cy="112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>
                <a:solidFill>
                  <a:schemeClr val="lt1"/>
                </a:solidFill>
              </a:rPr>
              <a:t>Unidades </a:t>
            </a:r>
            <a:r>
              <a:rPr lang="es-ES" noProof="0" dirty="0">
                <a:solidFill>
                  <a:schemeClr val="accent2"/>
                </a:solidFill>
              </a:rPr>
              <a:t>2, 3 y 4</a:t>
            </a:r>
            <a:r>
              <a:rPr lang="es-ES" noProof="0" dirty="0">
                <a:solidFill>
                  <a:schemeClr val="lt1"/>
                </a:solidFill>
              </a:rPr>
              <a:t> </a:t>
            </a:r>
            <a:r>
              <a:rPr lang="es-ES" noProof="0" dirty="0">
                <a:solidFill>
                  <a:schemeClr val="accent3"/>
                </a:solidFill>
              </a:rPr>
              <a:t>{</a:t>
            </a:r>
            <a:endParaRPr lang="es-ES" noProof="0" dirty="0">
              <a:solidFill>
                <a:schemeClr val="lt1"/>
              </a:solidFill>
            </a:endParaRPr>
          </a:p>
        </p:txBody>
      </p:sp>
      <p:sp>
        <p:nvSpPr>
          <p:cNvPr id="2523" name="Google Shape;2523;p48"/>
          <p:cNvSpPr txBox="1">
            <a:spLocks noGrp="1"/>
          </p:cNvSpPr>
          <p:nvPr>
            <p:ph type="subTitle" idx="1"/>
          </p:nvPr>
        </p:nvSpPr>
        <p:spPr>
          <a:xfrm>
            <a:off x="1667256" y="2355825"/>
            <a:ext cx="2891100" cy="156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noProof="0" dirty="0"/>
              <a:t>El progreso inicial del juego, los diagramas de flujo y el resultado final se encuentran en el siguiente </a:t>
            </a:r>
            <a:r>
              <a:rPr lang="es-ES" noProof="0" dirty="0" err="1"/>
              <a:t>Github</a:t>
            </a:r>
            <a:r>
              <a:rPr lang="es-ES" noProof="0" dirty="0"/>
              <a:t>.</a:t>
            </a:r>
          </a:p>
        </p:txBody>
      </p:sp>
      <p:sp>
        <p:nvSpPr>
          <p:cNvPr id="2524" name="Google Shape;2524;p48"/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Lógica de Programación </a:t>
            </a:r>
          </a:p>
        </p:txBody>
      </p:sp>
      <p:sp>
        <p:nvSpPr>
          <p:cNvPr id="2525" name="Google Shape;2525;p48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Esteban Rojas Tobar </a:t>
            </a:r>
          </a:p>
        </p:txBody>
      </p:sp>
      <p:grpSp>
        <p:nvGrpSpPr>
          <p:cNvPr id="2527" name="Google Shape;2527;p48"/>
          <p:cNvGrpSpPr/>
          <p:nvPr/>
        </p:nvGrpSpPr>
        <p:grpSpPr>
          <a:xfrm>
            <a:off x="1084825" y="2246100"/>
            <a:ext cx="506100" cy="2323925"/>
            <a:chOff x="1084825" y="2246100"/>
            <a:chExt cx="506100" cy="2323925"/>
          </a:xfrm>
        </p:grpSpPr>
        <p:sp>
          <p:nvSpPr>
            <p:cNvPr id="2528" name="Google Shape;2528;p48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2800" noProof="0" dirty="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</a:p>
          </p:txBody>
        </p:sp>
        <p:cxnSp>
          <p:nvCxnSpPr>
            <p:cNvPr id="2529" name="Google Shape;2529;p48"/>
            <p:cNvCxnSpPr/>
            <p:nvPr/>
          </p:nvCxnSpPr>
          <p:spPr>
            <a:xfrm>
              <a:off x="1337875" y="2246100"/>
              <a:ext cx="0" cy="16875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530" name="Google Shape;2530;p48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UIDE</a:t>
            </a:r>
          </a:p>
        </p:txBody>
      </p:sp>
      <p:grpSp>
        <p:nvGrpSpPr>
          <p:cNvPr id="2531" name="Google Shape;2531;p48"/>
          <p:cNvGrpSpPr/>
          <p:nvPr/>
        </p:nvGrpSpPr>
        <p:grpSpPr>
          <a:xfrm>
            <a:off x="4994678" y="1173377"/>
            <a:ext cx="3439196" cy="2775803"/>
            <a:chOff x="4994678" y="1173377"/>
            <a:chExt cx="3439196" cy="2775803"/>
          </a:xfrm>
        </p:grpSpPr>
        <p:grpSp>
          <p:nvGrpSpPr>
            <p:cNvPr id="2532" name="Google Shape;2532;p48"/>
            <p:cNvGrpSpPr/>
            <p:nvPr/>
          </p:nvGrpSpPr>
          <p:grpSpPr>
            <a:xfrm>
              <a:off x="4994678" y="1173377"/>
              <a:ext cx="3439196" cy="2775803"/>
              <a:chOff x="4572031" y="1415284"/>
              <a:chExt cx="2875341" cy="2319354"/>
            </a:xfrm>
          </p:grpSpPr>
          <p:grpSp>
            <p:nvGrpSpPr>
              <p:cNvPr id="2533" name="Google Shape;2533;p48"/>
              <p:cNvGrpSpPr/>
              <p:nvPr/>
            </p:nvGrpSpPr>
            <p:grpSpPr>
              <a:xfrm>
                <a:off x="4572031" y="1415284"/>
                <a:ext cx="2875341" cy="1993075"/>
                <a:chOff x="3665860" y="822037"/>
                <a:chExt cx="4758136" cy="3243937"/>
              </a:xfrm>
            </p:grpSpPr>
            <p:grpSp>
              <p:nvGrpSpPr>
                <p:cNvPr id="2534" name="Google Shape;2534;p48"/>
                <p:cNvGrpSpPr/>
                <p:nvPr/>
              </p:nvGrpSpPr>
              <p:grpSpPr>
                <a:xfrm>
                  <a:off x="3665860" y="822037"/>
                  <a:ext cx="4758136" cy="3243937"/>
                  <a:chOff x="518725" y="252435"/>
                  <a:chExt cx="6524250" cy="4448015"/>
                </a:xfrm>
              </p:grpSpPr>
              <p:sp>
                <p:nvSpPr>
                  <p:cNvPr id="2535" name="Google Shape;2535;p48"/>
                  <p:cNvSpPr/>
                  <p:nvPr/>
                </p:nvSpPr>
                <p:spPr>
                  <a:xfrm>
                    <a:off x="518725" y="4131625"/>
                    <a:ext cx="6524250" cy="5688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970" h="22753" extrusionOk="0">
                        <a:moveTo>
                          <a:pt x="0" y="14846"/>
                        </a:moveTo>
                        <a:cubicBezTo>
                          <a:pt x="0" y="19169"/>
                          <a:pt x="4039" y="22753"/>
                          <a:pt x="8305" y="22753"/>
                        </a:cubicBezTo>
                        <a:lnTo>
                          <a:pt x="253120" y="22753"/>
                        </a:lnTo>
                        <a:cubicBezTo>
                          <a:pt x="257443" y="22696"/>
                          <a:pt x="260913" y="19169"/>
                          <a:pt x="260970" y="14846"/>
                        </a:cubicBezTo>
                        <a:lnTo>
                          <a:pt x="260970" y="0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 w="9525" cap="flat" cmpd="sng">
                    <a:solidFill>
                      <a:schemeClr val="accent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lang="es-ES" noProof="0" dirty="0">
                      <a:solidFill>
                        <a:schemeClr val="accent3"/>
                      </a:solidFill>
                    </a:endParaRPr>
                  </a:p>
                </p:txBody>
              </p:sp>
              <p:sp>
                <p:nvSpPr>
                  <p:cNvPr id="2536" name="Google Shape;2536;p48"/>
                  <p:cNvSpPr/>
                  <p:nvPr/>
                </p:nvSpPr>
                <p:spPr>
                  <a:xfrm>
                    <a:off x="518725" y="252435"/>
                    <a:ext cx="6524250" cy="38935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970" h="155741" extrusionOk="0">
                        <a:moveTo>
                          <a:pt x="249594" y="9954"/>
                        </a:moveTo>
                        <a:lnTo>
                          <a:pt x="249594" y="144364"/>
                        </a:lnTo>
                        <a:lnTo>
                          <a:pt x="11376" y="144364"/>
                        </a:lnTo>
                        <a:lnTo>
                          <a:pt x="11376" y="9954"/>
                        </a:lnTo>
                        <a:close/>
                        <a:moveTo>
                          <a:pt x="8305" y="0"/>
                        </a:moveTo>
                        <a:cubicBezTo>
                          <a:pt x="4039" y="0"/>
                          <a:pt x="0" y="2844"/>
                          <a:pt x="0" y="7110"/>
                        </a:cubicBezTo>
                        <a:lnTo>
                          <a:pt x="0" y="155740"/>
                        </a:lnTo>
                        <a:lnTo>
                          <a:pt x="260970" y="155740"/>
                        </a:lnTo>
                        <a:lnTo>
                          <a:pt x="260970" y="7110"/>
                        </a:lnTo>
                        <a:cubicBezTo>
                          <a:pt x="260970" y="2844"/>
                          <a:pt x="257386" y="0"/>
                          <a:pt x="253120" y="0"/>
                        </a:cubicBezTo>
                        <a:close/>
                      </a:path>
                    </a:pathLst>
                  </a:custGeom>
                  <a:solidFill>
                    <a:schemeClr val="dk1"/>
                  </a:solidFill>
                  <a:ln w="9525" cap="flat" cmpd="sng">
                    <a:solidFill>
                      <a:schemeClr val="accent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lang="es-ES" noProof="0" dirty="0">
                      <a:solidFill>
                        <a:schemeClr val="accent3"/>
                      </a:solidFill>
                    </a:endParaRPr>
                  </a:p>
                </p:txBody>
              </p:sp>
            </p:grpSp>
            <p:sp>
              <p:nvSpPr>
                <p:cNvPr id="2537" name="Google Shape;2537;p48"/>
                <p:cNvSpPr/>
                <p:nvPr/>
              </p:nvSpPr>
              <p:spPr>
                <a:xfrm>
                  <a:off x="5947879" y="3778845"/>
                  <a:ext cx="194076" cy="1661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27" h="9100" extrusionOk="0">
                      <a:moveTo>
                        <a:pt x="6092" y="0"/>
                      </a:moveTo>
                      <a:cubicBezTo>
                        <a:pt x="2020" y="0"/>
                        <a:pt x="0" y="4900"/>
                        <a:pt x="2881" y="7747"/>
                      </a:cubicBezTo>
                      <a:cubicBezTo>
                        <a:pt x="3804" y="8681"/>
                        <a:pt x="4944" y="9100"/>
                        <a:pt x="6063" y="9100"/>
                      </a:cubicBezTo>
                      <a:cubicBezTo>
                        <a:pt x="8391" y="9100"/>
                        <a:pt x="10627" y="7286"/>
                        <a:pt x="10627" y="4536"/>
                      </a:cubicBezTo>
                      <a:cubicBezTo>
                        <a:pt x="10627" y="2020"/>
                        <a:pt x="8608" y="0"/>
                        <a:pt x="6092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3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lang="es-ES" noProof="0" dirty="0">
                    <a:solidFill>
                      <a:schemeClr val="accent3"/>
                    </a:solidFill>
                  </a:endParaRPr>
                </a:p>
              </p:txBody>
            </p:sp>
          </p:grpSp>
          <p:sp>
            <p:nvSpPr>
              <p:cNvPr id="2538" name="Google Shape;2538;p48"/>
              <p:cNvSpPr/>
              <p:nvPr/>
            </p:nvSpPr>
            <p:spPr>
              <a:xfrm>
                <a:off x="5498909" y="3408365"/>
                <a:ext cx="1040944" cy="326273"/>
              </a:xfrm>
              <a:custGeom>
                <a:avLst/>
                <a:gdLst/>
                <a:ahLst/>
                <a:cxnLst/>
                <a:rect l="l" t="t" r="r" b="b"/>
                <a:pathLst>
                  <a:path w="94481" h="29125" extrusionOk="0">
                    <a:moveTo>
                      <a:pt x="79805" y="18317"/>
                    </a:moveTo>
                    <a:cubicBezTo>
                      <a:pt x="74117" y="12515"/>
                      <a:pt x="73889" y="1"/>
                      <a:pt x="73889" y="1"/>
                    </a:cubicBezTo>
                    <a:lnTo>
                      <a:pt x="20592" y="1"/>
                    </a:lnTo>
                    <a:cubicBezTo>
                      <a:pt x="20592" y="1"/>
                      <a:pt x="20364" y="12515"/>
                      <a:pt x="14676" y="18317"/>
                    </a:cubicBezTo>
                    <a:cubicBezTo>
                      <a:pt x="8931" y="24175"/>
                      <a:pt x="1" y="29124"/>
                      <a:pt x="15529" y="29124"/>
                    </a:cubicBezTo>
                    <a:lnTo>
                      <a:pt x="78952" y="29124"/>
                    </a:lnTo>
                    <a:cubicBezTo>
                      <a:pt x="94480" y="29124"/>
                      <a:pt x="85493" y="24175"/>
                      <a:pt x="79805" y="18317"/>
                    </a:cubicBez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chemeClr val="accent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s-ES" noProof="0" dirty="0">
                  <a:solidFill>
                    <a:schemeClr val="accent3"/>
                  </a:solidFill>
                </a:endParaRPr>
              </a:p>
            </p:txBody>
          </p:sp>
        </p:grpSp>
        <p:cxnSp>
          <p:nvCxnSpPr>
            <p:cNvPr id="2539" name="Google Shape;2539;p48"/>
            <p:cNvCxnSpPr/>
            <p:nvPr/>
          </p:nvCxnSpPr>
          <p:spPr>
            <a:xfrm rot="10800000">
              <a:off x="5370275" y="3949180"/>
              <a:ext cx="26880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" name="CuadroTexto 2">
            <a:extLst>
              <a:ext uri="{FF2B5EF4-FFF2-40B4-BE49-F238E27FC236}">
                <a16:creationId xmlns:a16="http://schemas.microsoft.com/office/drawing/2014/main" id="{6675E835-1C43-37A0-FAD0-2D6FD8F4B48B}"/>
              </a:ext>
            </a:extLst>
          </p:cNvPr>
          <p:cNvSpPr txBox="1"/>
          <p:nvPr/>
        </p:nvSpPr>
        <p:spPr>
          <a:xfrm>
            <a:off x="5293112" y="1483459"/>
            <a:ext cx="285471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 dirty="0">
                <a:solidFill>
                  <a:schemeClr val="accent6"/>
                </a:solidFill>
                <a:hlinkClick r:id="rId3"/>
              </a:rPr>
              <a:t>https://github.com/EstebanRT-lab/juego-serpiente-AALP-ERT.git</a:t>
            </a:r>
            <a:endParaRPr lang="es-ES" sz="1800" dirty="0">
              <a:solidFill>
                <a:schemeClr val="accent6"/>
              </a:solidFill>
            </a:endParaRPr>
          </a:p>
          <a:p>
            <a:endParaRPr lang="es-ES" sz="1800" dirty="0"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40"/>
          <p:cNvSpPr txBox="1">
            <a:spLocks noGrp="1"/>
          </p:cNvSpPr>
          <p:nvPr>
            <p:ph type="title"/>
          </p:nvPr>
        </p:nvSpPr>
        <p:spPr>
          <a:xfrm>
            <a:off x="2673350" y="1194150"/>
            <a:ext cx="4281300" cy="162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6000" noProof="0" dirty="0"/>
              <a:t>Muchas</a:t>
            </a:r>
            <a:r>
              <a:rPr lang="es-ES" sz="5000" noProof="0" dirty="0"/>
              <a:t> </a:t>
            </a:r>
            <a:r>
              <a:rPr lang="es-ES" sz="5000" noProof="0" dirty="0">
                <a:solidFill>
                  <a:schemeClr val="accent6"/>
                </a:solidFill>
              </a:rPr>
              <a:t>{</a:t>
            </a:r>
            <a:r>
              <a:rPr lang="es-ES" sz="2800" noProof="0" dirty="0">
                <a:solidFill>
                  <a:schemeClr val="accent3"/>
                </a:solidFill>
              </a:rPr>
              <a:t> </a:t>
            </a:r>
            <a:r>
              <a:rPr lang="es-ES" sz="6000" noProof="0" dirty="0">
                <a:solidFill>
                  <a:schemeClr val="accent2"/>
                </a:solidFill>
              </a:rPr>
              <a:t>Gracias</a:t>
            </a:r>
            <a:endParaRPr lang="es-ES" sz="5000" noProof="0" dirty="0">
              <a:solidFill>
                <a:schemeClr val="accent2"/>
              </a:solidFill>
            </a:endParaRPr>
          </a:p>
        </p:txBody>
      </p:sp>
      <p:sp>
        <p:nvSpPr>
          <p:cNvPr id="822" name="Google Shape;822;p40"/>
          <p:cNvSpPr txBox="1">
            <a:spLocks noGrp="1"/>
          </p:cNvSpPr>
          <p:nvPr>
            <p:ph type="subTitle" idx="4294967295"/>
          </p:nvPr>
        </p:nvSpPr>
        <p:spPr>
          <a:xfrm>
            <a:off x="710125" y="4694725"/>
            <a:ext cx="48651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Lógica de Programación </a:t>
            </a:r>
          </a:p>
        </p:txBody>
      </p:sp>
      <p:sp>
        <p:nvSpPr>
          <p:cNvPr id="823" name="Google Shape;823;p40"/>
          <p:cNvSpPr txBox="1">
            <a:spLocks noGrp="1"/>
          </p:cNvSpPr>
          <p:nvPr>
            <p:ph type="subTitle" idx="4294967295"/>
          </p:nvPr>
        </p:nvSpPr>
        <p:spPr>
          <a:xfrm>
            <a:off x="-5975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Esteban Rojas Tobar </a:t>
            </a:r>
          </a:p>
        </p:txBody>
      </p:sp>
      <p:sp>
        <p:nvSpPr>
          <p:cNvPr id="824" name="Google Shape;824;p40"/>
          <p:cNvSpPr txBox="1"/>
          <p:nvPr/>
        </p:nvSpPr>
        <p:spPr>
          <a:xfrm>
            <a:off x="2544750" y="3415438"/>
            <a:ext cx="506100" cy="9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5000" noProof="0" dirty="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rPr>
              <a:t>}</a:t>
            </a:r>
          </a:p>
        </p:txBody>
      </p:sp>
      <p:cxnSp>
        <p:nvCxnSpPr>
          <p:cNvPr id="825" name="Google Shape;825;p40"/>
          <p:cNvCxnSpPr>
            <a:endCxn id="824" idx="0"/>
          </p:cNvCxnSpPr>
          <p:nvPr/>
        </p:nvCxnSpPr>
        <p:spPr>
          <a:xfrm>
            <a:off x="2797800" y="2876338"/>
            <a:ext cx="0" cy="539100"/>
          </a:xfrm>
          <a:prstGeom prst="straightConnector1">
            <a:avLst/>
          </a:prstGeom>
          <a:noFill/>
          <a:ln w="9525" cap="flat" cmpd="sng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26" name="Google Shape;826;p40"/>
          <p:cNvSpPr txBox="1">
            <a:spLocks noGrp="1"/>
          </p:cNvSpPr>
          <p:nvPr>
            <p:ph type="subTitle" idx="4294967295"/>
          </p:nvPr>
        </p:nvSpPr>
        <p:spPr>
          <a:xfrm>
            <a:off x="4572000" y="91525"/>
            <a:ext cx="4572000" cy="35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400" noProof="0" dirty="0">
                <a:solidFill>
                  <a:schemeClr val="accent3"/>
                </a:solidFill>
              </a:rPr>
              <a:t>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33</TotalTime>
  <Words>354</Words>
  <Application>Microsoft Office PowerPoint</Application>
  <PresentationFormat>Presentación en pantalla (16:9)</PresentationFormat>
  <Paragraphs>103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Montserrat</vt:lpstr>
      <vt:lpstr>Fira Code</vt:lpstr>
      <vt:lpstr>Arial</vt:lpstr>
      <vt:lpstr>Programming Language Workshop for Beginners by Slidesgo</vt:lpstr>
      <vt:lpstr>Evaluación ‘En contacto’ </vt:lpstr>
      <vt:lpstr>Tabla de ‘Contenidos’ {</vt:lpstr>
      <vt:lpstr>[Unidad 1] </vt:lpstr>
      <vt:lpstr>Diagramas de funcionalidad { </vt:lpstr>
      <vt:lpstr>Diagramas de arquitectura { </vt:lpstr>
      <vt:lpstr>&lt; Aplicación &gt;</vt:lpstr>
      <vt:lpstr>Diagrama de acción {</vt:lpstr>
      <vt:lpstr>Diagrama de aplicación {</vt:lpstr>
      <vt:lpstr>Unidades 2, 3 y 4 {</vt:lpstr>
      <vt:lpstr>Muchas { Gracias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ERT</cp:lastModifiedBy>
  <cp:revision>2</cp:revision>
  <dcterms:modified xsi:type="dcterms:W3CDTF">2026-03-02T03:44:52Z</dcterms:modified>
</cp:coreProperties>
</file>